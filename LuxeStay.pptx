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74" r:id="rId7"/>
    <p:sldId id="262" r:id="rId8"/>
    <p:sldId id="263" r:id="rId9"/>
    <p:sldId id="264" r:id="rId10"/>
    <p:sldId id="265" r:id="rId11"/>
    <p:sldId id="266" r:id="rId12"/>
    <p:sldId id="299" r:id="rId13"/>
    <p:sldId id="298" r:id="rId14"/>
    <p:sldId id="301" r:id="rId15"/>
    <p:sldId id="267" r:id="rId16"/>
    <p:sldId id="268" r:id="rId17"/>
    <p:sldId id="270" r:id="rId18"/>
    <p:sldId id="271" r:id="rId19"/>
    <p:sldId id="300" r:id="rId20"/>
    <p:sldId id="281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4EDC63-15C6-4713-8952-609F3D017EE4}">
  <a:tblStyle styleId="{CF4EDC63-15C6-4713-8952-609F3D017E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41" autoAdjust="0"/>
    <p:restoredTop sz="96362" autoAdjust="0"/>
  </p:normalViewPr>
  <p:slideViewPr>
    <p:cSldViewPr snapToGrid="0">
      <p:cViewPr varScale="1">
        <p:scale>
          <a:sx n="151" d="100"/>
          <a:sy n="151" d="100"/>
        </p:scale>
        <p:origin x="3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017D28-FBB2-4FBC-A611-B10072BB6EE8}" type="doc">
      <dgm:prSet loTypeId="urn:microsoft.com/office/officeart/2005/8/layout/hierarchy1" loCatId="hierarchy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F2933542-C554-45A7-8205-194767065C71}">
      <dgm:prSet/>
      <dgm:spPr/>
      <dgm:t>
        <a:bodyPr/>
        <a:lstStyle/>
        <a:p>
          <a:r>
            <a:rPr lang="en-US"/>
            <a:t>Security concerns</a:t>
          </a:r>
        </a:p>
      </dgm:t>
    </dgm:pt>
    <dgm:pt modelId="{DC2D046B-1B5C-446A-83C8-E7FBC4B3C6B2}" type="parTrans" cxnId="{5F720C90-E12C-4FD1-BA2D-A0C98F1D378C}">
      <dgm:prSet/>
      <dgm:spPr/>
      <dgm:t>
        <a:bodyPr/>
        <a:lstStyle/>
        <a:p>
          <a:endParaRPr lang="en-US"/>
        </a:p>
      </dgm:t>
    </dgm:pt>
    <dgm:pt modelId="{3716BCCF-8327-43DF-964E-9B6A42ED5ADD}" type="sibTrans" cxnId="{5F720C90-E12C-4FD1-BA2D-A0C98F1D378C}">
      <dgm:prSet/>
      <dgm:spPr/>
      <dgm:t>
        <a:bodyPr/>
        <a:lstStyle/>
        <a:p>
          <a:endParaRPr lang="en-US"/>
        </a:p>
      </dgm:t>
    </dgm:pt>
    <dgm:pt modelId="{0E559404-88ED-4774-AB0C-D54095BFFD1D}">
      <dgm:prSet/>
      <dgm:spPr/>
      <dgm:t>
        <a:bodyPr/>
        <a:lstStyle/>
        <a:p>
          <a:r>
            <a:rPr lang="en-US"/>
            <a:t>Real-time reservation management</a:t>
          </a:r>
        </a:p>
      </dgm:t>
    </dgm:pt>
    <dgm:pt modelId="{C31D6C30-3DB2-4CBC-AD21-D2705F38351D}" type="parTrans" cxnId="{0BDF9D9F-B468-4CB4-B683-1D497CA16240}">
      <dgm:prSet/>
      <dgm:spPr/>
      <dgm:t>
        <a:bodyPr/>
        <a:lstStyle/>
        <a:p>
          <a:endParaRPr lang="en-US"/>
        </a:p>
      </dgm:t>
    </dgm:pt>
    <dgm:pt modelId="{14F313FB-9916-499B-BAF6-38FC94A49158}" type="sibTrans" cxnId="{0BDF9D9F-B468-4CB4-B683-1D497CA16240}">
      <dgm:prSet/>
      <dgm:spPr/>
      <dgm:t>
        <a:bodyPr/>
        <a:lstStyle/>
        <a:p>
          <a:endParaRPr lang="en-US"/>
        </a:p>
      </dgm:t>
    </dgm:pt>
    <dgm:pt modelId="{572BA154-983A-426E-AB9C-348227547B0D}">
      <dgm:prSet/>
      <dgm:spPr/>
      <dgm:t>
        <a:bodyPr/>
        <a:lstStyle/>
        <a:p>
          <a:r>
            <a:rPr lang="en-US"/>
            <a:t>User communication</a:t>
          </a:r>
        </a:p>
      </dgm:t>
    </dgm:pt>
    <dgm:pt modelId="{71B0D3D3-85C7-49D2-A131-350449BF8023}" type="parTrans" cxnId="{E936CCFF-D033-4474-88FF-559C144241AE}">
      <dgm:prSet/>
      <dgm:spPr/>
      <dgm:t>
        <a:bodyPr/>
        <a:lstStyle/>
        <a:p>
          <a:endParaRPr lang="en-US"/>
        </a:p>
      </dgm:t>
    </dgm:pt>
    <dgm:pt modelId="{29AA0536-924F-44AA-AC45-36A35CD8F671}" type="sibTrans" cxnId="{E936CCFF-D033-4474-88FF-559C144241AE}">
      <dgm:prSet/>
      <dgm:spPr/>
      <dgm:t>
        <a:bodyPr/>
        <a:lstStyle/>
        <a:p>
          <a:endParaRPr lang="en-US"/>
        </a:p>
      </dgm:t>
    </dgm:pt>
    <dgm:pt modelId="{D21CFA65-9E55-42CD-9AED-5A99CDF04774}">
      <dgm:prSet/>
      <dgm:spPr/>
      <dgm:t>
        <a:bodyPr/>
        <a:lstStyle/>
        <a:p>
          <a:r>
            <a:rPr lang="en-US"/>
            <a:t>Dynamic booking system</a:t>
          </a:r>
        </a:p>
      </dgm:t>
    </dgm:pt>
    <dgm:pt modelId="{5A5ADD20-C534-4199-8092-169E5CC4B06A}" type="parTrans" cxnId="{F4DC6CB7-39D1-4392-B8CF-90413C70327E}">
      <dgm:prSet/>
      <dgm:spPr/>
      <dgm:t>
        <a:bodyPr/>
        <a:lstStyle/>
        <a:p>
          <a:endParaRPr lang="en-US"/>
        </a:p>
      </dgm:t>
    </dgm:pt>
    <dgm:pt modelId="{4E9DDE89-4E66-4953-98A3-87D7DAA65B97}" type="sibTrans" cxnId="{F4DC6CB7-39D1-4392-B8CF-90413C70327E}">
      <dgm:prSet/>
      <dgm:spPr/>
      <dgm:t>
        <a:bodyPr/>
        <a:lstStyle/>
        <a:p>
          <a:endParaRPr lang="en-US"/>
        </a:p>
      </dgm:t>
    </dgm:pt>
    <dgm:pt modelId="{5E8882ED-A006-4E5C-AD45-6A3C8EC5EEF4}" type="pres">
      <dgm:prSet presAssocID="{3F017D28-FBB2-4FBC-A611-B10072BB6E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D1C3F8EC-8E60-4D8E-B64D-F685F0962C83}" type="pres">
      <dgm:prSet presAssocID="{F2933542-C554-45A7-8205-194767065C71}" presName="hierRoot1" presStyleCnt="0"/>
      <dgm:spPr/>
    </dgm:pt>
    <dgm:pt modelId="{B7978B4E-6685-4617-8D76-112A0C0C5791}" type="pres">
      <dgm:prSet presAssocID="{F2933542-C554-45A7-8205-194767065C71}" presName="composite" presStyleCnt="0"/>
      <dgm:spPr/>
    </dgm:pt>
    <dgm:pt modelId="{ECF310A3-D5B4-4544-919C-47E52075BC8A}" type="pres">
      <dgm:prSet presAssocID="{F2933542-C554-45A7-8205-194767065C71}" presName="background" presStyleLbl="node0" presStyleIdx="0" presStyleCnt="4"/>
      <dgm:spPr/>
    </dgm:pt>
    <dgm:pt modelId="{E7010742-18F5-47CB-BAE5-38BAA548C1FD}" type="pres">
      <dgm:prSet presAssocID="{F2933542-C554-45A7-8205-194767065C71}" presName="text" presStyleLbl="fgAcc0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A672AE7-3525-4D26-8AB3-247264D4F9DB}" type="pres">
      <dgm:prSet presAssocID="{F2933542-C554-45A7-8205-194767065C71}" presName="hierChild2" presStyleCnt="0"/>
      <dgm:spPr/>
    </dgm:pt>
    <dgm:pt modelId="{B594266A-ED4B-49F8-98F2-7544A2F6B3C2}" type="pres">
      <dgm:prSet presAssocID="{0E559404-88ED-4774-AB0C-D54095BFFD1D}" presName="hierRoot1" presStyleCnt="0"/>
      <dgm:spPr/>
    </dgm:pt>
    <dgm:pt modelId="{E01704DB-31AF-433E-976F-683C85E21644}" type="pres">
      <dgm:prSet presAssocID="{0E559404-88ED-4774-AB0C-D54095BFFD1D}" presName="composite" presStyleCnt="0"/>
      <dgm:spPr/>
    </dgm:pt>
    <dgm:pt modelId="{756394EE-8FB1-4EDC-A3E9-FA8D5F2DA112}" type="pres">
      <dgm:prSet presAssocID="{0E559404-88ED-4774-AB0C-D54095BFFD1D}" presName="background" presStyleLbl="node0" presStyleIdx="1" presStyleCnt="4"/>
      <dgm:spPr/>
    </dgm:pt>
    <dgm:pt modelId="{35D06AF2-410B-4115-BE0B-BBDF9C8C31D4}" type="pres">
      <dgm:prSet presAssocID="{0E559404-88ED-4774-AB0C-D54095BFFD1D}" presName="text" presStyleLbl="fgAcc0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FF0A19-9A4F-4A9E-AD21-2B0FF1B69FF3}" type="pres">
      <dgm:prSet presAssocID="{0E559404-88ED-4774-AB0C-D54095BFFD1D}" presName="hierChild2" presStyleCnt="0"/>
      <dgm:spPr/>
    </dgm:pt>
    <dgm:pt modelId="{3E7D3433-9E83-4EE3-9902-22B68B18F2EE}" type="pres">
      <dgm:prSet presAssocID="{572BA154-983A-426E-AB9C-348227547B0D}" presName="hierRoot1" presStyleCnt="0"/>
      <dgm:spPr/>
    </dgm:pt>
    <dgm:pt modelId="{1175D797-8923-4C98-80B7-0231899BC18B}" type="pres">
      <dgm:prSet presAssocID="{572BA154-983A-426E-AB9C-348227547B0D}" presName="composite" presStyleCnt="0"/>
      <dgm:spPr/>
    </dgm:pt>
    <dgm:pt modelId="{BD5BBDBB-677C-49D4-B68D-F49D05DC06C6}" type="pres">
      <dgm:prSet presAssocID="{572BA154-983A-426E-AB9C-348227547B0D}" presName="background" presStyleLbl="node0" presStyleIdx="2" presStyleCnt="4"/>
      <dgm:spPr/>
    </dgm:pt>
    <dgm:pt modelId="{540FEE6A-80F2-42E6-852C-E012E6D2ACF8}" type="pres">
      <dgm:prSet presAssocID="{572BA154-983A-426E-AB9C-348227547B0D}" presName="text" presStyleLbl="fgAcc0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B1914A1-C1CB-41B2-9A95-2FB48D82395B}" type="pres">
      <dgm:prSet presAssocID="{572BA154-983A-426E-AB9C-348227547B0D}" presName="hierChild2" presStyleCnt="0"/>
      <dgm:spPr/>
    </dgm:pt>
    <dgm:pt modelId="{24EF7929-31A7-49A9-978D-92CA7304D89C}" type="pres">
      <dgm:prSet presAssocID="{D21CFA65-9E55-42CD-9AED-5A99CDF04774}" presName="hierRoot1" presStyleCnt="0"/>
      <dgm:spPr/>
    </dgm:pt>
    <dgm:pt modelId="{496C96AC-C42C-41B9-A14C-B8665DEB275E}" type="pres">
      <dgm:prSet presAssocID="{D21CFA65-9E55-42CD-9AED-5A99CDF04774}" presName="composite" presStyleCnt="0"/>
      <dgm:spPr/>
    </dgm:pt>
    <dgm:pt modelId="{4643086D-6424-4A37-96F9-25CCBA412AEB}" type="pres">
      <dgm:prSet presAssocID="{D21CFA65-9E55-42CD-9AED-5A99CDF04774}" presName="background" presStyleLbl="node0" presStyleIdx="3" presStyleCnt="4"/>
      <dgm:spPr/>
    </dgm:pt>
    <dgm:pt modelId="{0E33A4DA-D092-4568-824B-DD87B15AEC29}" type="pres">
      <dgm:prSet presAssocID="{D21CFA65-9E55-42CD-9AED-5A99CDF04774}" presName="text" presStyleLbl="fgAcc0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E21E2BC-F079-4DE5-93B0-B58BDB1C4E0B}" type="pres">
      <dgm:prSet presAssocID="{D21CFA65-9E55-42CD-9AED-5A99CDF04774}" presName="hierChild2" presStyleCnt="0"/>
      <dgm:spPr/>
    </dgm:pt>
  </dgm:ptLst>
  <dgm:cxnLst>
    <dgm:cxn modelId="{23BF457A-44F4-4808-BF7F-99A8B7BAAB02}" type="presOf" srcId="{3F017D28-FBB2-4FBC-A611-B10072BB6EE8}" destId="{5E8882ED-A006-4E5C-AD45-6A3C8EC5EEF4}" srcOrd="0" destOrd="0" presId="urn:microsoft.com/office/officeart/2005/8/layout/hierarchy1"/>
    <dgm:cxn modelId="{F4DC6CB7-39D1-4392-B8CF-90413C70327E}" srcId="{3F017D28-FBB2-4FBC-A611-B10072BB6EE8}" destId="{D21CFA65-9E55-42CD-9AED-5A99CDF04774}" srcOrd="3" destOrd="0" parTransId="{5A5ADD20-C534-4199-8092-169E5CC4B06A}" sibTransId="{4E9DDE89-4E66-4953-98A3-87D7DAA65B97}"/>
    <dgm:cxn modelId="{5F720C90-E12C-4FD1-BA2D-A0C98F1D378C}" srcId="{3F017D28-FBB2-4FBC-A611-B10072BB6EE8}" destId="{F2933542-C554-45A7-8205-194767065C71}" srcOrd="0" destOrd="0" parTransId="{DC2D046B-1B5C-446A-83C8-E7FBC4B3C6B2}" sibTransId="{3716BCCF-8327-43DF-964E-9B6A42ED5ADD}"/>
    <dgm:cxn modelId="{26C3D266-D16C-4BF8-8390-5D1A3F322AA9}" type="presOf" srcId="{572BA154-983A-426E-AB9C-348227547B0D}" destId="{540FEE6A-80F2-42E6-852C-E012E6D2ACF8}" srcOrd="0" destOrd="0" presId="urn:microsoft.com/office/officeart/2005/8/layout/hierarchy1"/>
    <dgm:cxn modelId="{11CA31DE-7946-43DB-B409-31F630247550}" type="presOf" srcId="{F2933542-C554-45A7-8205-194767065C71}" destId="{E7010742-18F5-47CB-BAE5-38BAA548C1FD}" srcOrd="0" destOrd="0" presId="urn:microsoft.com/office/officeart/2005/8/layout/hierarchy1"/>
    <dgm:cxn modelId="{3446C0F9-B76D-4A0F-AC8A-E6D39C05A0D2}" type="presOf" srcId="{D21CFA65-9E55-42CD-9AED-5A99CDF04774}" destId="{0E33A4DA-D092-4568-824B-DD87B15AEC29}" srcOrd="0" destOrd="0" presId="urn:microsoft.com/office/officeart/2005/8/layout/hierarchy1"/>
    <dgm:cxn modelId="{E7AF0238-08F6-4390-A7A4-EE5C3820B638}" type="presOf" srcId="{0E559404-88ED-4774-AB0C-D54095BFFD1D}" destId="{35D06AF2-410B-4115-BE0B-BBDF9C8C31D4}" srcOrd="0" destOrd="0" presId="urn:microsoft.com/office/officeart/2005/8/layout/hierarchy1"/>
    <dgm:cxn modelId="{0BDF9D9F-B468-4CB4-B683-1D497CA16240}" srcId="{3F017D28-FBB2-4FBC-A611-B10072BB6EE8}" destId="{0E559404-88ED-4774-AB0C-D54095BFFD1D}" srcOrd="1" destOrd="0" parTransId="{C31D6C30-3DB2-4CBC-AD21-D2705F38351D}" sibTransId="{14F313FB-9916-499B-BAF6-38FC94A49158}"/>
    <dgm:cxn modelId="{E936CCFF-D033-4474-88FF-559C144241AE}" srcId="{3F017D28-FBB2-4FBC-A611-B10072BB6EE8}" destId="{572BA154-983A-426E-AB9C-348227547B0D}" srcOrd="2" destOrd="0" parTransId="{71B0D3D3-85C7-49D2-A131-350449BF8023}" sibTransId="{29AA0536-924F-44AA-AC45-36A35CD8F671}"/>
    <dgm:cxn modelId="{51996082-52B4-4DAE-8758-E93D73B2743B}" type="presParOf" srcId="{5E8882ED-A006-4E5C-AD45-6A3C8EC5EEF4}" destId="{D1C3F8EC-8E60-4D8E-B64D-F685F0962C83}" srcOrd="0" destOrd="0" presId="urn:microsoft.com/office/officeart/2005/8/layout/hierarchy1"/>
    <dgm:cxn modelId="{84E39821-ADA2-402F-AB7F-515D47806191}" type="presParOf" srcId="{D1C3F8EC-8E60-4D8E-B64D-F685F0962C83}" destId="{B7978B4E-6685-4617-8D76-112A0C0C5791}" srcOrd="0" destOrd="0" presId="urn:microsoft.com/office/officeart/2005/8/layout/hierarchy1"/>
    <dgm:cxn modelId="{1EABF96D-B2FE-44F9-978D-BB03AB73FC66}" type="presParOf" srcId="{B7978B4E-6685-4617-8D76-112A0C0C5791}" destId="{ECF310A3-D5B4-4544-919C-47E52075BC8A}" srcOrd="0" destOrd="0" presId="urn:microsoft.com/office/officeart/2005/8/layout/hierarchy1"/>
    <dgm:cxn modelId="{91A85F88-516B-4578-A3A3-CB0CF6DE947B}" type="presParOf" srcId="{B7978B4E-6685-4617-8D76-112A0C0C5791}" destId="{E7010742-18F5-47CB-BAE5-38BAA548C1FD}" srcOrd="1" destOrd="0" presId="urn:microsoft.com/office/officeart/2005/8/layout/hierarchy1"/>
    <dgm:cxn modelId="{DD782DC9-3621-426B-9067-1288EBF45803}" type="presParOf" srcId="{D1C3F8EC-8E60-4D8E-B64D-F685F0962C83}" destId="{9A672AE7-3525-4D26-8AB3-247264D4F9DB}" srcOrd="1" destOrd="0" presId="urn:microsoft.com/office/officeart/2005/8/layout/hierarchy1"/>
    <dgm:cxn modelId="{5D7E3867-3817-40ED-B970-B5C5CEC099F0}" type="presParOf" srcId="{5E8882ED-A006-4E5C-AD45-6A3C8EC5EEF4}" destId="{B594266A-ED4B-49F8-98F2-7544A2F6B3C2}" srcOrd="1" destOrd="0" presId="urn:microsoft.com/office/officeart/2005/8/layout/hierarchy1"/>
    <dgm:cxn modelId="{F061511F-C5FC-45DB-9607-B6C34069FD78}" type="presParOf" srcId="{B594266A-ED4B-49F8-98F2-7544A2F6B3C2}" destId="{E01704DB-31AF-433E-976F-683C85E21644}" srcOrd="0" destOrd="0" presId="urn:microsoft.com/office/officeart/2005/8/layout/hierarchy1"/>
    <dgm:cxn modelId="{59599517-3CEB-4AE9-972E-14EB023B74F5}" type="presParOf" srcId="{E01704DB-31AF-433E-976F-683C85E21644}" destId="{756394EE-8FB1-4EDC-A3E9-FA8D5F2DA112}" srcOrd="0" destOrd="0" presId="urn:microsoft.com/office/officeart/2005/8/layout/hierarchy1"/>
    <dgm:cxn modelId="{59BED7D0-1150-4AEE-BF29-FA24635445A6}" type="presParOf" srcId="{E01704DB-31AF-433E-976F-683C85E21644}" destId="{35D06AF2-410B-4115-BE0B-BBDF9C8C31D4}" srcOrd="1" destOrd="0" presId="urn:microsoft.com/office/officeart/2005/8/layout/hierarchy1"/>
    <dgm:cxn modelId="{FB6D0169-F489-4A8E-A1E8-DBA774BDDE12}" type="presParOf" srcId="{B594266A-ED4B-49F8-98F2-7544A2F6B3C2}" destId="{4CFF0A19-9A4F-4A9E-AD21-2B0FF1B69FF3}" srcOrd="1" destOrd="0" presId="urn:microsoft.com/office/officeart/2005/8/layout/hierarchy1"/>
    <dgm:cxn modelId="{29A63537-5405-4637-BAD3-9673C040DDA4}" type="presParOf" srcId="{5E8882ED-A006-4E5C-AD45-6A3C8EC5EEF4}" destId="{3E7D3433-9E83-4EE3-9902-22B68B18F2EE}" srcOrd="2" destOrd="0" presId="urn:microsoft.com/office/officeart/2005/8/layout/hierarchy1"/>
    <dgm:cxn modelId="{CDBA6C2B-4822-40D6-99D3-5595FDBF8219}" type="presParOf" srcId="{3E7D3433-9E83-4EE3-9902-22B68B18F2EE}" destId="{1175D797-8923-4C98-80B7-0231899BC18B}" srcOrd="0" destOrd="0" presId="urn:microsoft.com/office/officeart/2005/8/layout/hierarchy1"/>
    <dgm:cxn modelId="{8881FD43-42C9-45E5-9CDE-A4982CA6F14A}" type="presParOf" srcId="{1175D797-8923-4C98-80B7-0231899BC18B}" destId="{BD5BBDBB-677C-49D4-B68D-F49D05DC06C6}" srcOrd="0" destOrd="0" presId="urn:microsoft.com/office/officeart/2005/8/layout/hierarchy1"/>
    <dgm:cxn modelId="{D1AAD567-9727-4232-ADAD-42E59A7AF727}" type="presParOf" srcId="{1175D797-8923-4C98-80B7-0231899BC18B}" destId="{540FEE6A-80F2-42E6-852C-E012E6D2ACF8}" srcOrd="1" destOrd="0" presId="urn:microsoft.com/office/officeart/2005/8/layout/hierarchy1"/>
    <dgm:cxn modelId="{D647FA03-C0C2-4D1A-899C-31E129BAC2E7}" type="presParOf" srcId="{3E7D3433-9E83-4EE3-9902-22B68B18F2EE}" destId="{0B1914A1-C1CB-41B2-9A95-2FB48D82395B}" srcOrd="1" destOrd="0" presId="urn:microsoft.com/office/officeart/2005/8/layout/hierarchy1"/>
    <dgm:cxn modelId="{5534E708-0978-4252-9F76-133CB0368D7D}" type="presParOf" srcId="{5E8882ED-A006-4E5C-AD45-6A3C8EC5EEF4}" destId="{24EF7929-31A7-49A9-978D-92CA7304D89C}" srcOrd="3" destOrd="0" presId="urn:microsoft.com/office/officeart/2005/8/layout/hierarchy1"/>
    <dgm:cxn modelId="{2B52506F-E008-4773-9620-EABFF1465738}" type="presParOf" srcId="{24EF7929-31A7-49A9-978D-92CA7304D89C}" destId="{496C96AC-C42C-41B9-A14C-B8665DEB275E}" srcOrd="0" destOrd="0" presId="urn:microsoft.com/office/officeart/2005/8/layout/hierarchy1"/>
    <dgm:cxn modelId="{E5BAC414-8BF9-423C-AE46-F407D8D29268}" type="presParOf" srcId="{496C96AC-C42C-41B9-A14C-B8665DEB275E}" destId="{4643086D-6424-4A37-96F9-25CCBA412AEB}" srcOrd="0" destOrd="0" presId="urn:microsoft.com/office/officeart/2005/8/layout/hierarchy1"/>
    <dgm:cxn modelId="{9083C040-EC34-4FD0-97C2-FBD6E279B01E}" type="presParOf" srcId="{496C96AC-C42C-41B9-A14C-B8665DEB275E}" destId="{0E33A4DA-D092-4568-824B-DD87B15AEC29}" srcOrd="1" destOrd="0" presId="urn:microsoft.com/office/officeart/2005/8/layout/hierarchy1"/>
    <dgm:cxn modelId="{32F7FCC6-E6A3-4BE2-A62B-778B2248150A}" type="presParOf" srcId="{24EF7929-31A7-49A9-978D-92CA7304D89C}" destId="{BE21E2BC-F079-4DE5-93B0-B58BDB1C4E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1E3A86-7016-4C77-AD46-6A5B1B71E8C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7548BA2-ED6A-4543-8BE8-CD690CDA3D23}">
      <dgm:prSet/>
      <dgm:spPr/>
      <dgm:t>
        <a:bodyPr/>
        <a:lstStyle/>
        <a:p>
          <a:r>
            <a:rPr lang="en-US">
              <a:latin typeface="Calibri Light" panose="020F0302020204030204"/>
            </a:rPr>
            <a:t>Password</a:t>
          </a:r>
          <a:r>
            <a:rPr lang="en-US"/>
            <a:t> encryption &amp; secure sessions</a:t>
          </a:r>
        </a:p>
      </dgm:t>
    </dgm:pt>
    <dgm:pt modelId="{9EF03C1A-A3F7-4313-99AF-E8141EB5BB37}" type="parTrans" cxnId="{E59BE1E8-F1F7-45EB-86EE-DCD1F63F9151}">
      <dgm:prSet/>
      <dgm:spPr/>
      <dgm:t>
        <a:bodyPr/>
        <a:lstStyle/>
        <a:p>
          <a:endParaRPr lang="en-US"/>
        </a:p>
      </dgm:t>
    </dgm:pt>
    <dgm:pt modelId="{E3B17B14-FF92-46B9-B895-C53E69C2D2C4}" type="sibTrans" cxnId="{E59BE1E8-F1F7-45EB-86EE-DCD1F63F9151}">
      <dgm:prSet/>
      <dgm:spPr/>
      <dgm:t>
        <a:bodyPr/>
        <a:lstStyle/>
        <a:p>
          <a:endParaRPr lang="en-US"/>
        </a:p>
      </dgm:t>
    </dgm:pt>
    <dgm:pt modelId="{F498A5E0-AA65-4934-A948-0406AA186B5A}">
      <dgm:prSet/>
      <dgm:spPr/>
      <dgm:t>
        <a:bodyPr/>
        <a:lstStyle/>
        <a:p>
          <a:r>
            <a:rPr lang="en-US" dirty="0"/>
            <a:t>Real-time database updates</a:t>
          </a:r>
        </a:p>
      </dgm:t>
    </dgm:pt>
    <dgm:pt modelId="{18238501-AC36-4EAB-A3DB-9D605A60244D}" type="parTrans" cxnId="{C7700E2C-4AE1-4848-B647-F3165583D4C5}">
      <dgm:prSet/>
      <dgm:spPr/>
      <dgm:t>
        <a:bodyPr/>
        <a:lstStyle/>
        <a:p>
          <a:endParaRPr lang="en-US"/>
        </a:p>
      </dgm:t>
    </dgm:pt>
    <dgm:pt modelId="{153E95DE-751F-4F03-BE59-B33BF1BFAE25}" type="sibTrans" cxnId="{C7700E2C-4AE1-4848-B647-F3165583D4C5}">
      <dgm:prSet/>
      <dgm:spPr/>
      <dgm:t>
        <a:bodyPr/>
        <a:lstStyle/>
        <a:p>
          <a:endParaRPr lang="en-US"/>
        </a:p>
      </dgm:t>
    </dgm:pt>
    <dgm:pt modelId="{1ACBCBDF-8CFE-4E78-86C4-28A7433077C2}">
      <dgm:prSet/>
      <dgm:spPr/>
      <dgm:t>
        <a:bodyPr/>
        <a:lstStyle/>
        <a:p>
          <a:r>
            <a:rPr lang="en-US" dirty="0"/>
            <a:t>Contact </a:t>
          </a:r>
          <a:r>
            <a:rPr lang="en-US" dirty="0" smtClean="0"/>
            <a:t>email for </a:t>
          </a:r>
          <a:r>
            <a:rPr lang="en-US" dirty="0"/>
            <a:t>user support</a:t>
          </a:r>
        </a:p>
      </dgm:t>
    </dgm:pt>
    <dgm:pt modelId="{977BBF01-3537-42EA-9A25-57ECE1BFA167}" type="parTrans" cxnId="{1B771F09-4DD3-44A3-AA3F-9244713FA399}">
      <dgm:prSet/>
      <dgm:spPr/>
      <dgm:t>
        <a:bodyPr/>
        <a:lstStyle/>
        <a:p>
          <a:endParaRPr lang="en-US"/>
        </a:p>
      </dgm:t>
    </dgm:pt>
    <dgm:pt modelId="{37DD2C2D-BA7B-478B-833E-CC39DD1B0B9C}" type="sibTrans" cxnId="{1B771F09-4DD3-44A3-AA3F-9244713FA399}">
      <dgm:prSet/>
      <dgm:spPr/>
      <dgm:t>
        <a:bodyPr/>
        <a:lstStyle/>
        <a:p>
          <a:endParaRPr lang="en-US"/>
        </a:p>
      </dgm:t>
    </dgm:pt>
    <dgm:pt modelId="{400A46E9-9F7F-413A-9593-92F7B2916D5F}">
      <dgm:prSet/>
      <dgm:spPr/>
      <dgm:t>
        <a:bodyPr/>
        <a:lstStyle/>
        <a:p>
          <a:r>
            <a:rPr lang="en-US" dirty="0"/>
            <a:t>Interactive reservation calendar</a:t>
          </a:r>
        </a:p>
      </dgm:t>
    </dgm:pt>
    <dgm:pt modelId="{F82F88D3-3CBF-47D3-8BB3-A61DA1952263}" type="parTrans" cxnId="{7D71719E-82F8-4254-AC7D-5F11B967DE0B}">
      <dgm:prSet/>
      <dgm:spPr/>
      <dgm:t>
        <a:bodyPr/>
        <a:lstStyle/>
        <a:p>
          <a:endParaRPr lang="en-US"/>
        </a:p>
      </dgm:t>
    </dgm:pt>
    <dgm:pt modelId="{DC831044-5813-49BD-885D-A577410A510A}" type="sibTrans" cxnId="{7D71719E-82F8-4254-AC7D-5F11B967DE0B}">
      <dgm:prSet/>
      <dgm:spPr/>
      <dgm:t>
        <a:bodyPr/>
        <a:lstStyle/>
        <a:p>
          <a:endParaRPr lang="en-US"/>
        </a:p>
      </dgm:t>
    </dgm:pt>
    <dgm:pt modelId="{68E96320-6019-45D8-92B8-17C22C5AD0BA}" type="pres">
      <dgm:prSet presAssocID="{2A1E3A86-7016-4C77-AD46-6A5B1B71E8C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847A4FE-DA49-431B-8E99-075DBD0651CE}" type="pres">
      <dgm:prSet presAssocID="{D7548BA2-ED6A-4543-8BE8-CD690CDA3D23}" presName="hierRoot1" presStyleCnt="0"/>
      <dgm:spPr/>
    </dgm:pt>
    <dgm:pt modelId="{35980165-D0DE-4B06-87B7-768CF76D619A}" type="pres">
      <dgm:prSet presAssocID="{D7548BA2-ED6A-4543-8BE8-CD690CDA3D23}" presName="composite" presStyleCnt="0"/>
      <dgm:spPr/>
    </dgm:pt>
    <dgm:pt modelId="{65CE15BF-420E-419E-9564-7365412E000F}" type="pres">
      <dgm:prSet presAssocID="{D7548BA2-ED6A-4543-8BE8-CD690CDA3D23}" presName="background" presStyleLbl="node0" presStyleIdx="0" presStyleCnt="4"/>
      <dgm:spPr/>
    </dgm:pt>
    <dgm:pt modelId="{A5900ACE-E9F7-4DC5-828F-DF89FCDD1244}" type="pres">
      <dgm:prSet presAssocID="{D7548BA2-ED6A-4543-8BE8-CD690CDA3D23}" presName="text" presStyleLbl="fgAcc0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F63BEB5-9606-437A-93B4-13C90FB6A563}" type="pres">
      <dgm:prSet presAssocID="{D7548BA2-ED6A-4543-8BE8-CD690CDA3D23}" presName="hierChild2" presStyleCnt="0"/>
      <dgm:spPr/>
    </dgm:pt>
    <dgm:pt modelId="{FF209A47-03D9-4857-8E1E-3708B3763722}" type="pres">
      <dgm:prSet presAssocID="{F498A5E0-AA65-4934-A948-0406AA186B5A}" presName="hierRoot1" presStyleCnt="0"/>
      <dgm:spPr/>
    </dgm:pt>
    <dgm:pt modelId="{277528DB-87D1-431D-AAFA-AF7371269055}" type="pres">
      <dgm:prSet presAssocID="{F498A5E0-AA65-4934-A948-0406AA186B5A}" presName="composite" presStyleCnt="0"/>
      <dgm:spPr/>
    </dgm:pt>
    <dgm:pt modelId="{CB5928CD-F98F-4102-A408-D658A1F8C819}" type="pres">
      <dgm:prSet presAssocID="{F498A5E0-AA65-4934-A948-0406AA186B5A}" presName="background" presStyleLbl="node0" presStyleIdx="1" presStyleCnt="4"/>
      <dgm:spPr/>
    </dgm:pt>
    <dgm:pt modelId="{DEB0B18E-A7DE-4768-A74E-6E01BE0A0C68}" type="pres">
      <dgm:prSet presAssocID="{F498A5E0-AA65-4934-A948-0406AA186B5A}" presName="text" presStyleLbl="fgAcc0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B9FD58-7C80-4BFF-B636-AB5C67E05D24}" type="pres">
      <dgm:prSet presAssocID="{F498A5E0-AA65-4934-A948-0406AA186B5A}" presName="hierChild2" presStyleCnt="0"/>
      <dgm:spPr/>
    </dgm:pt>
    <dgm:pt modelId="{3F7396E5-D80E-476E-B254-B738D7F79026}" type="pres">
      <dgm:prSet presAssocID="{1ACBCBDF-8CFE-4E78-86C4-28A7433077C2}" presName="hierRoot1" presStyleCnt="0"/>
      <dgm:spPr/>
    </dgm:pt>
    <dgm:pt modelId="{3341211C-8D04-4191-8C28-930D6D15AC2C}" type="pres">
      <dgm:prSet presAssocID="{1ACBCBDF-8CFE-4E78-86C4-28A7433077C2}" presName="composite" presStyleCnt="0"/>
      <dgm:spPr/>
    </dgm:pt>
    <dgm:pt modelId="{0EC6D2F5-5CD1-4B47-A3E7-A79EE9DB29F3}" type="pres">
      <dgm:prSet presAssocID="{1ACBCBDF-8CFE-4E78-86C4-28A7433077C2}" presName="background" presStyleLbl="node0" presStyleIdx="2" presStyleCnt="4"/>
      <dgm:spPr/>
    </dgm:pt>
    <dgm:pt modelId="{AE0090B4-7B3E-407B-A662-65088D1C096A}" type="pres">
      <dgm:prSet presAssocID="{1ACBCBDF-8CFE-4E78-86C4-28A7433077C2}" presName="text" presStyleLbl="fgAcc0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18AA8BE-348D-4F43-82BE-FEDAEE1B46E3}" type="pres">
      <dgm:prSet presAssocID="{1ACBCBDF-8CFE-4E78-86C4-28A7433077C2}" presName="hierChild2" presStyleCnt="0"/>
      <dgm:spPr/>
    </dgm:pt>
    <dgm:pt modelId="{3AA01406-122B-471C-AA1F-BB7E407FE1FD}" type="pres">
      <dgm:prSet presAssocID="{400A46E9-9F7F-413A-9593-92F7B2916D5F}" presName="hierRoot1" presStyleCnt="0"/>
      <dgm:spPr/>
    </dgm:pt>
    <dgm:pt modelId="{D064DD9E-BD0D-4F25-946C-38B75785F54A}" type="pres">
      <dgm:prSet presAssocID="{400A46E9-9F7F-413A-9593-92F7B2916D5F}" presName="composite" presStyleCnt="0"/>
      <dgm:spPr/>
    </dgm:pt>
    <dgm:pt modelId="{3F137FC8-36BE-409B-A6A9-ED08CAE2510D}" type="pres">
      <dgm:prSet presAssocID="{400A46E9-9F7F-413A-9593-92F7B2916D5F}" presName="background" presStyleLbl="node0" presStyleIdx="3" presStyleCnt="4"/>
      <dgm:spPr/>
    </dgm:pt>
    <dgm:pt modelId="{B04958B7-6CA2-4A4E-931F-BE8CF8A25A78}" type="pres">
      <dgm:prSet presAssocID="{400A46E9-9F7F-413A-9593-92F7B2916D5F}" presName="text" presStyleLbl="fgAcc0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64AD21-C995-483D-832F-C45D3FE6A191}" type="pres">
      <dgm:prSet presAssocID="{400A46E9-9F7F-413A-9593-92F7B2916D5F}" presName="hierChild2" presStyleCnt="0"/>
      <dgm:spPr/>
    </dgm:pt>
  </dgm:ptLst>
  <dgm:cxnLst>
    <dgm:cxn modelId="{EE97B014-8D2D-44A6-B914-6DB05415C571}" type="presOf" srcId="{1ACBCBDF-8CFE-4E78-86C4-28A7433077C2}" destId="{AE0090B4-7B3E-407B-A662-65088D1C096A}" srcOrd="0" destOrd="0" presId="urn:microsoft.com/office/officeart/2005/8/layout/hierarchy1"/>
    <dgm:cxn modelId="{6157D1A7-7327-4A86-9305-B1C2F84FC473}" type="presOf" srcId="{D7548BA2-ED6A-4543-8BE8-CD690CDA3D23}" destId="{A5900ACE-E9F7-4DC5-828F-DF89FCDD1244}" srcOrd="0" destOrd="0" presId="urn:microsoft.com/office/officeart/2005/8/layout/hierarchy1"/>
    <dgm:cxn modelId="{343EEF92-8EFB-495F-AFEC-B628E410C65D}" type="presOf" srcId="{F498A5E0-AA65-4934-A948-0406AA186B5A}" destId="{DEB0B18E-A7DE-4768-A74E-6E01BE0A0C68}" srcOrd="0" destOrd="0" presId="urn:microsoft.com/office/officeart/2005/8/layout/hierarchy1"/>
    <dgm:cxn modelId="{B432AF16-6358-487B-B362-494A7DBF5185}" type="presOf" srcId="{400A46E9-9F7F-413A-9593-92F7B2916D5F}" destId="{B04958B7-6CA2-4A4E-931F-BE8CF8A25A78}" srcOrd="0" destOrd="0" presId="urn:microsoft.com/office/officeart/2005/8/layout/hierarchy1"/>
    <dgm:cxn modelId="{7D71719E-82F8-4254-AC7D-5F11B967DE0B}" srcId="{2A1E3A86-7016-4C77-AD46-6A5B1B71E8C5}" destId="{400A46E9-9F7F-413A-9593-92F7B2916D5F}" srcOrd="3" destOrd="0" parTransId="{F82F88D3-3CBF-47D3-8BB3-A61DA1952263}" sibTransId="{DC831044-5813-49BD-885D-A577410A510A}"/>
    <dgm:cxn modelId="{E59BE1E8-F1F7-45EB-86EE-DCD1F63F9151}" srcId="{2A1E3A86-7016-4C77-AD46-6A5B1B71E8C5}" destId="{D7548BA2-ED6A-4543-8BE8-CD690CDA3D23}" srcOrd="0" destOrd="0" parTransId="{9EF03C1A-A3F7-4313-99AF-E8141EB5BB37}" sibTransId="{E3B17B14-FF92-46B9-B895-C53E69C2D2C4}"/>
    <dgm:cxn modelId="{C7700E2C-4AE1-4848-B647-F3165583D4C5}" srcId="{2A1E3A86-7016-4C77-AD46-6A5B1B71E8C5}" destId="{F498A5E0-AA65-4934-A948-0406AA186B5A}" srcOrd="1" destOrd="0" parTransId="{18238501-AC36-4EAB-A3DB-9D605A60244D}" sibTransId="{153E95DE-751F-4F03-BE59-B33BF1BFAE25}"/>
    <dgm:cxn modelId="{1B771F09-4DD3-44A3-AA3F-9244713FA399}" srcId="{2A1E3A86-7016-4C77-AD46-6A5B1B71E8C5}" destId="{1ACBCBDF-8CFE-4E78-86C4-28A7433077C2}" srcOrd="2" destOrd="0" parTransId="{977BBF01-3537-42EA-9A25-57ECE1BFA167}" sibTransId="{37DD2C2D-BA7B-478B-833E-CC39DD1B0B9C}"/>
    <dgm:cxn modelId="{34C3A201-8756-4402-8A1E-0B2106CC4650}" type="presOf" srcId="{2A1E3A86-7016-4C77-AD46-6A5B1B71E8C5}" destId="{68E96320-6019-45D8-92B8-17C22C5AD0BA}" srcOrd="0" destOrd="0" presId="urn:microsoft.com/office/officeart/2005/8/layout/hierarchy1"/>
    <dgm:cxn modelId="{DB941605-68B6-458D-88B9-2582BBAB61DC}" type="presParOf" srcId="{68E96320-6019-45D8-92B8-17C22C5AD0BA}" destId="{4847A4FE-DA49-431B-8E99-075DBD0651CE}" srcOrd="0" destOrd="0" presId="urn:microsoft.com/office/officeart/2005/8/layout/hierarchy1"/>
    <dgm:cxn modelId="{B2296113-F596-4BF8-8316-4F1D295FDB52}" type="presParOf" srcId="{4847A4FE-DA49-431B-8E99-075DBD0651CE}" destId="{35980165-D0DE-4B06-87B7-768CF76D619A}" srcOrd="0" destOrd="0" presId="urn:microsoft.com/office/officeart/2005/8/layout/hierarchy1"/>
    <dgm:cxn modelId="{F94A524D-4203-4329-9234-1765D9AD0CD2}" type="presParOf" srcId="{35980165-D0DE-4B06-87B7-768CF76D619A}" destId="{65CE15BF-420E-419E-9564-7365412E000F}" srcOrd="0" destOrd="0" presId="urn:microsoft.com/office/officeart/2005/8/layout/hierarchy1"/>
    <dgm:cxn modelId="{97A899F3-1539-4622-A90C-BA2EA566C31B}" type="presParOf" srcId="{35980165-D0DE-4B06-87B7-768CF76D619A}" destId="{A5900ACE-E9F7-4DC5-828F-DF89FCDD1244}" srcOrd="1" destOrd="0" presId="urn:microsoft.com/office/officeart/2005/8/layout/hierarchy1"/>
    <dgm:cxn modelId="{BCD08C0D-B7A5-4983-9C07-F30272813CA0}" type="presParOf" srcId="{4847A4FE-DA49-431B-8E99-075DBD0651CE}" destId="{8F63BEB5-9606-437A-93B4-13C90FB6A563}" srcOrd="1" destOrd="0" presId="urn:microsoft.com/office/officeart/2005/8/layout/hierarchy1"/>
    <dgm:cxn modelId="{1665F910-5387-490A-A252-480A4BC21774}" type="presParOf" srcId="{68E96320-6019-45D8-92B8-17C22C5AD0BA}" destId="{FF209A47-03D9-4857-8E1E-3708B3763722}" srcOrd="1" destOrd="0" presId="urn:microsoft.com/office/officeart/2005/8/layout/hierarchy1"/>
    <dgm:cxn modelId="{B809EE76-F007-4386-AD2F-C98387A9B3AA}" type="presParOf" srcId="{FF209A47-03D9-4857-8E1E-3708B3763722}" destId="{277528DB-87D1-431D-AAFA-AF7371269055}" srcOrd="0" destOrd="0" presId="urn:microsoft.com/office/officeart/2005/8/layout/hierarchy1"/>
    <dgm:cxn modelId="{41C338AA-8AC8-4AD7-87F3-202129861753}" type="presParOf" srcId="{277528DB-87D1-431D-AAFA-AF7371269055}" destId="{CB5928CD-F98F-4102-A408-D658A1F8C819}" srcOrd="0" destOrd="0" presId="urn:microsoft.com/office/officeart/2005/8/layout/hierarchy1"/>
    <dgm:cxn modelId="{3703A71A-0E97-4241-A4EB-41A3978B4363}" type="presParOf" srcId="{277528DB-87D1-431D-AAFA-AF7371269055}" destId="{DEB0B18E-A7DE-4768-A74E-6E01BE0A0C68}" srcOrd="1" destOrd="0" presId="urn:microsoft.com/office/officeart/2005/8/layout/hierarchy1"/>
    <dgm:cxn modelId="{EAEE27C1-4CD1-4CC9-B420-D1B28AF46B3A}" type="presParOf" srcId="{FF209A47-03D9-4857-8E1E-3708B3763722}" destId="{6DB9FD58-7C80-4BFF-B636-AB5C67E05D24}" srcOrd="1" destOrd="0" presId="urn:microsoft.com/office/officeart/2005/8/layout/hierarchy1"/>
    <dgm:cxn modelId="{A2C7370E-AEB6-44E4-822F-6013A065DF13}" type="presParOf" srcId="{68E96320-6019-45D8-92B8-17C22C5AD0BA}" destId="{3F7396E5-D80E-476E-B254-B738D7F79026}" srcOrd="2" destOrd="0" presId="urn:microsoft.com/office/officeart/2005/8/layout/hierarchy1"/>
    <dgm:cxn modelId="{3298DA64-155D-446F-BAF7-AA263F15FFF8}" type="presParOf" srcId="{3F7396E5-D80E-476E-B254-B738D7F79026}" destId="{3341211C-8D04-4191-8C28-930D6D15AC2C}" srcOrd="0" destOrd="0" presId="urn:microsoft.com/office/officeart/2005/8/layout/hierarchy1"/>
    <dgm:cxn modelId="{0B7032B9-34F5-4CAE-85A7-B6C05BF89A6E}" type="presParOf" srcId="{3341211C-8D04-4191-8C28-930D6D15AC2C}" destId="{0EC6D2F5-5CD1-4B47-A3E7-A79EE9DB29F3}" srcOrd="0" destOrd="0" presId="urn:microsoft.com/office/officeart/2005/8/layout/hierarchy1"/>
    <dgm:cxn modelId="{8F6CCF9A-61BF-47F8-97E2-C3AE8009C67D}" type="presParOf" srcId="{3341211C-8D04-4191-8C28-930D6D15AC2C}" destId="{AE0090B4-7B3E-407B-A662-65088D1C096A}" srcOrd="1" destOrd="0" presId="urn:microsoft.com/office/officeart/2005/8/layout/hierarchy1"/>
    <dgm:cxn modelId="{8A140C27-39A9-4385-9101-B3AE1C222217}" type="presParOf" srcId="{3F7396E5-D80E-476E-B254-B738D7F79026}" destId="{E18AA8BE-348D-4F43-82BE-FEDAEE1B46E3}" srcOrd="1" destOrd="0" presId="urn:microsoft.com/office/officeart/2005/8/layout/hierarchy1"/>
    <dgm:cxn modelId="{0959C388-8633-4618-B6AC-FD2BFAC8CD89}" type="presParOf" srcId="{68E96320-6019-45D8-92B8-17C22C5AD0BA}" destId="{3AA01406-122B-471C-AA1F-BB7E407FE1FD}" srcOrd="3" destOrd="0" presId="urn:microsoft.com/office/officeart/2005/8/layout/hierarchy1"/>
    <dgm:cxn modelId="{2F24B7D2-D22D-4989-A5C5-5DF5460449BF}" type="presParOf" srcId="{3AA01406-122B-471C-AA1F-BB7E407FE1FD}" destId="{D064DD9E-BD0D-4F25-946C-38B75785F54A}" srcOrd="0" destOrd="0" presId="urn:microsoft.com/office/officeart/2005/8/layout/hierarchy1"/>
    <dgm:cxn modelId="{A555D902-88CC-4D59-9A86-3E7B14775BBA}" type="presParOf" srcId="{D064DD9E-BD0D-4F25-946C-38B75785F54A}" destId="{3F137FC8-36BE-409B-A6A9-ED08CAE2510D}" srcOrd="0" destOrd="0" presId="urn:microsoft.com/office/officeart/2005/8/layout/hierarchy1"/>
    <dgm:cxn modelId="{8AB2E8FB-E2BF-480C-8883-A97F9A1987CD}" type="presParOf" srcId="{D064DD9E-BD0D-4F25-946C-38B75785F54A}" destId="{B04958B7-6CA2-4A4E-931F-BE8CF8A25A78}" srcOrd="1" destOrd="0" presId="urn:microsoft.com/office/officeart/2005/8/layout/hierarchy1"/>
    <dgm:cxn modelId="{4B65D538-BCBE-4EAD-8661-A8D9B15C77CB}" type="presParOf" srcId="{3AA01406-122B-471C-AA1F-BB7E407FE1FD}" destId="{B664AD21-C995-483D-832F-C45D3FE6A19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310A3-D5B4-4544-919C-47E52075BC8A}">
      <dsp:nvSpPr>
        <dsp:cNvPr id="0" name=""/>
        <dsp:cNvSpPr/>
      </dsp:nvSpPr>
      <dsp:spPr>
        <a:xfrm>
          <a:off x="2091" y="1179932"/>
          <a:ext cx="1492999" cy="948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7010742-18F5-47CB-BAE5-38BAA548C1FD}">
      <dsp:nvSpPr>
        <dsp:cNvPr id="0" name=""/>
        <dsp:cNvSpPr/>
      </dsp:nvSpPr>
      <dsp:spPr>
        <a:xfrm>
          <a:off x="167979" y="1337526"/>
          <a:ext cx="1492999" cy="948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Security concerns</a:t>
          </a:r>
        </a:p>
      </dsp:txBody>
      <dsp:txXfrm>
        <a:off x="195747" y="1365294"/>
        <a:ext cx="1437463" cy="892518"/>
      </dsp:txXfrm>
    </dsp:sp>
    <dsp:sp modelId="{756394EE-8FB1-4EDC-A3E9-FA8D5F2DA112}">
      <dsp:nvSpPr>
        <dsp:cNvPr id="0" name=""/>
        <dsp:cNvSpPr/>
      </dsp:nvSpPr>
      <dsp:spPr>
        <a:xfrm>
          <a:off x="1826867" y="1179932"/>
          <a:ext cx="1492999" cy="948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D06AF2-410B-4115-BE0B-BBDF9C8C31D4}">
      <dsp:nvSpPr>
        <dsp:cNvPr id="0" name=""/>
        <dsp:cNvSpPr/>
      </dsp:nvSpPr>
      <dsp:spPr>
        <a:xfrm>
          <a:off x="1992756" y="1337526"/>
          <a:ext cx="1492999" cy="948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Real-time reservation management</a:t>
          </a:r>
        </a:p>
      </dsp:txBody>
      <dsp:txXfrm>
        <a:off x="2020524" y="1365294"/>
        <a:ext cx="1437463" cy="892518"/>
      </dsp:txXfrm>
    </dsp:sp>
    <dsp:sp modelId="{BD5BBDBB-677C-49D4-B68D-F49D05DC06C6}">
      <dsp:nvSpPr>
        <dsp:cNvPr id="0" name=""/>
        <dsp:cNvSpPr/>
      </dsp:nvSpPr>
      <dsp:spPr>
        <a:xfrm>
          <a:off x="3651644" y="1179932"/>
          <a:ext cx="1492999" cy="948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0FEE6A-80F2-42E6-852C-E012E6D2ACF8}">
      <dsp:nvSpPr>
        <dsp:cNvPr id="0" name=""/>
        <dsp:cNvSpPr/>
      </dsp:nvSpPr>
      <dsp:spPr>
        <a:xfrm>
          <a:off x="3817533" y="1337526"/>
          <a:ext cx="1492999" cy="948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User communication</a:t>
          </a:r>
        </a:p>
      </dsp:txBody>
      <dsp:txXfrm>
        <a:off x="3845301" y="1365294"/>
        <a:ext cx="1437463" cy="892518"/>
      </dsp:txXfrm>
    </dsp:sp>
    <dsp:sp modelId="{4643086D-6424-4A37-96F9-25CCBA412AEB}">
      <dsp:nvSpPr>
        <dsp:cNvPr id="0" name=""/>
        <dsp:cNvSpPr/>
      </dsp:nvSpPr>
      <dsp:spPr>
        <a:xfrm>
          <a:off x="5476421" y="1179932"/>
          <a:ext cx="1492999" cy="948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E33A4DA-D092-4568-824B-DD87B15AEC29}">
      <dsp:nvSpPr>
        <dsp:cNvPr id="0" name=""/>
        <dsp:cNvSpPr/>
      </dsp:nvSpPr>
      <dsp:spPr>
        <a:xfrm>
          <a:off x="5642309" y="1337526"/>
          <a:ext cx="1492999" cy="948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Dynamic booking system</a:t>
          </a:r>
        </a:p>
      </dsp:txBody>
      <dsp:txXfrm>
        <a:off x="5670077" y="1365294"/>
        <a:ext cx="1437463" cy="8925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E15BF-420E-419E-9564-7365412E000F}">
      <dsp:nvSpPr>
        <dsp:cNvPr id="0" name=""/>
        <dsp:cNvSpPr/>
      </dsp:nvSpPr>
      <dsp:spPr>
        <a:xfrm>
          <a:off x="2134" y="670686"/>
          <a:ext cx="1524006" cy="967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00ACE-E9F7-4DC5-828F-DF89FCDD1244}">
      <dsp:nvSpPr>
        <dsp:cNvPr id="0" name=""/>
        <dsp:cNvSpPr/>
      </dsp:nvSpPr>
      <dsp:spPr>
        <a:xfrm>
          <a:off x="171468" y="831553"/>
          <a:ext cx="1524006" cy="967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latin typeface="Calibri Light" panose="020F0302020204030204"/>
            </a:rPr>
            <a:t>Password</a:t>
          </a:r>
          <a:r>
            <a:rPr lang="en-US" sz="1400" kern="1200"/>
            <a:t> encryption &amp; secure sessions</a:t>
          </a:r>
        </a:p>
      </dsp:txBody>
      <dsp:txXfrm>
        <a:off x="199812" y="859897"/>
        <a:ext cx="1467318" cy="911056"/>
      </dsp:txXfrm>
    </dsp:sp>
    <dsp:sp modelId="{CB5928CD-F98F-4102-A408-D658A1F8C819}">
      <dsp:nvSpPr>
        <dsp:cNvPr id="0" name=""/>
        <dsp:cNvSpPr/>
      </dsp:nvSpPr>
      <dsp:spPr>
        <a:xfrm>
          <a:off x="1864809" y="670686"/>
          <a:ext cx="1524006" cy="967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0B18E-A7DE-4768-A74E-6E01BE0A0C68}">
      <dsp:nvSpPr>
        <dsp:cNvPr id="0" name=""/>
        <dsp:cNvSpPr/>
      </dsp:nvSpPr>
      <dsp:spPr>
        <a:xfrm>
          <a:off x="2034143" y="831553"/>
          <a:ext cx="1524006" cy="967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Real-time database updates</a:t>
          </a:r>
        </a:p>
      </dsp:txBody>
      <dsp:txXfrm>
        <a:off x="2062487" y="859897"/>
        <a:ext cx="1467318" cy="911056"/>
      </dsp:txXfrm>
    </dsp:sp>
    <dsp:sp modelId="{0EC6D2F5-5CD1-4B47-A3E7-A79EE9DB29F3}">
      <dsp:nvSpPr>
        <dsp:cNvPr id="0" name=""/>
        <dsp:cNvSpPr/>
      </dsp:nvSpPr>
      <dsp:spPr>
        <a:xfrm>
          <a:off x="3727484" y="670686"/>
          <a:ext cx="1524006" cy="967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090B4-7B3E-407B-A662-65088D1C096A}">
      <dsp:nvSpPr>
        <dsp:cNvPr id="0" name=""/>
        <dsp:cNvSpPr/>
      </dsp:nvSpPr>
      <dsp:spPr>
        <a:xfrm>
          <a:off x="3896818" y="831553"/>
          <a:ext cx="1524006" cy="967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Contact </a:t>
          </a:r>
          <a:r>
            <a:rPr lang="en-US" sz="1400" kern="1200" dirty="0" smtClean="0"/>
            <a:t>email for </a:t>
          </a:r>
          <a:r>
            <a:rPr lang="en-US" sz="1400" kern="1200" dirty="0"/>
            <a:t>user support</a:t>
          </a:r>
        </a:p>
      </dsp:txBody>
      <dsp:txXfrm>
        <a:off x="3925162" y="859897"/>
        <a:ext cx="1467318" cy="911056"/>
      </dsp:txXfrm>
    </dsp:sp>
    <dsp:sp modelId="{3F137FC8-36BE-409B-A6A9-ED08CAE2510D}">
      <dsp:nvSpPr>
        <dsp:cNvPr id="0" name=""/>
        <dsp:cNvSpPr/>
      </dsp:nvSpPr>
      <dsp:spPr>
        <a:xfrm>
          <a:off x="5590159" y="670686"/>
          <a:ext cx="1524006" cy="967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958B7-6CA2-4A4E-931F-BE8CF8A25A78}">
      <dsp:nvSpPr>
        <dsp:cNvPr id="0" name=""/>
        <dsp:cNvSpPr/>
      </dsp:nvSpPr>
      <dsp:spPr>
        <a:xfrm>
          <a:off x="5759493" y="831553"/>
          <a:ext cx="1524006" cy="967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Interactive reservation calendar</a:t>
          </a:r>
        </a:p>
      </dsp:txBody>
      <dsp:txXfrm>
        <a:off x="5787837" y="859897"/>
        <a:ext cx="1467318" cy="911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e13d9a7e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e13d9a7e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5522eb7919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5522eb7919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158d5a3ec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158d5a3ec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e13d9a7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e13d9a7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5158d5a3e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5158d5a3e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56fe61bc2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56fe61bc2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5158d5a3ec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5158d5a3ec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e13d9a7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3e13d9a7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e13d9a7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e13d9a7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e13d9a7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3e13d9a7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08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e13d9a7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e13d9a7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203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e13d9a7e_0_7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3e13d9a7e_0_7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e13d9a7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3e13d9a7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3e13d9a7e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3e13d9a7e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5465e7bc0b_1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5465e7bc0b_1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5465e7bc0b_1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5465e7bc0b_1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370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5465e7bc0b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5465e7bc0b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13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>
  <p:cSld name="CUSTOM_27_1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>
            <a:off x="631875" y="842025"/>
            <a:ext cx="287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631884" y="1410841"/>
            <a:ext cx="24807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ctrTitle" idx="2"/>
          </p:nvPr>
        </p:nvSpPr>
        <p:spPr>
          <a:xfrm>
            <a:off x="4213664" y="842025"/>
            <a:ext cx="26979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3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ctrTitle" idx="4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5"/>
          </p:nvPr>
        </p:nvSpPr>
        <p:spPr>
          <a:xfrm>
            <a:off x="631884" y="3914208"/>
            <a:ext cx="24807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ctrTitle" idx="6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ctrTitle" idx="7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8"/>
          </p:nvPr>
        </p:nvSpPr>
        <p:spPr>
          <a:xfrm>
            <a:off x="4213664" y="3914208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CUSTOM_27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ctrTitle"/>
          </p:nvPr>
        </p:nvSpPr>
        <p:spPr>
          <a:xfrm>
            <a:off x="4921575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ubTitle" idx="1"/>
          </p:nvPr>
        </p:nvSpPr>
        <p:spPr>
          <a:xfrm>
            <a:off x="4921575" y="3553810"/>
            <a:ext cx="15222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ctrTitle" idx="2"/>
          </p:nvPr>
        </p:nvSpPr>
        <p:spPr>
          <a:xfrm>
            <a:off x="906139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ubTitle" idx="3"/>
          </p:nvPr>
        </p:nvSpPr>
        <p:spPr>
          <a:xfrm>
            <a:off x="906139" y="3553810"/>
            <a:ext cx="15222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ctrTitle" idx="4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ctrTitle" idx="5"/>
          </p:nvPr>
        </p:nvSpPr>
        <p:spPr>
          <a:xfrm>
            <a:off x="2928557" y="2993035"/>
            <a:ext cx="1798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6"/>
          </p:nvPr>
        </p:nvSpPr>
        <p:spPr>
          <a:xfrm>
            <a:off x="2928550" y="3553810"/>
            <a:ext cx="1476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1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8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subTitle" idx="1"/>
          </p:nvPr>
        </p:nvSpPr>
        <p:spPr>
          <a:xfrm>
            <a:off x="915175" y="3380775"/>
            <a:ext cx="3960600" cy="6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ubTitle" idx="2"/>
          </p:nvPr>
        </p:nvSpPr>
        <p:spPr>
          <a:xfrm>
            <a:off x="915175" y="4004575"/>
            <a:ext cx="1821000" cy="2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16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2117847" y="3380460"/>
            <a:ext cx="29514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ctrTitle"/>
          </p:nvPr>
        </p:nvSpPr>
        <p:spPr>
          <a:xfrm rot="-5400000">
            <a:off x="-343101" y="1759150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4">
  <p:cSld name="CUSTOM_16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 flipH="1">
            <a:off x="4189625" y="3380460"/>
            <a:ext cx="29514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35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CUSTOM_38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title" idx="2" hasCustomPrompt="1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30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656425" y="18867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ctrTitle" idx="2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3"/>
          </p:nvPr>
        </p:nvSpPr>
        <p:spPr>
          <a:xfrm>
            <a:off x="2610700" y="18867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ctrTitle" idx="4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5"/>
          </p:nvPr>
        </p:nvSpPr>
        <p:spPr>
          <a:xfrm>
            <a:off x="4878076" y="18867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ctrTitle" idx="6"/>
          </p:nvPr>
        </p:nvSpPr>
        <p:spPr>
          <a:xfrm rot="5400000">
            <a:off x="6865575" y="1466125"/>
            <a:ext cx="25530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ctrTitle" idx="7"/>
          </p:nvPr>
        </p:nvSpPr>
        <p:spPr>
          <a:xfrm>
            <a:off x="656422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8"/>
          </p:nvPr>
        </p:nvSpPr>
        <p:spPr>
          <a:xfrm>
            <a:off x="656425" y="38601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ctrTitle" idx="9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3"/>
          </p:nvPr>
        </p:nvSpPr>
        <p:spPr>
          <a:xfrm>
            <a:off x="2610700" y="38601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ctrTitle" idx="14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5"/>
          </p:nvPr>
        </p:nvSpPr>
        <p:spPr>
          <a:xfrm>
            <a:off x="4878076" y="38601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3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CUSTOM_2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4633950" y="1847896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2"/>
          </p:nvPr>
        </p:nvSpPr>
        <p:spPr>
          <a:xfrm>
            <a:off x="4633950" y="38278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ctrTitle"/>
          </p:nvPr>
        </p:nvSpPr>
        <p:spPr>
          <a:xfrm>
            <a:off x="4633950" y="1539296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ctrTitle" idx="3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ctrTitle" idx="4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6">
  <p:cSld name="CUSTOM_11_1_2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0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jp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8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8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63" y="-44650"/>
            <a:ext cx="7224587" cy="5188150"/>
          </a:xfrm>
          <a:prstGeom prst="rect">
            <a:avLst/>
          </a:prstGeom>
        </p:spPr>
      </p:pic>
      <p:sp>
        <p:nvSpPr>
          <p:cNvPr id="128" name="Google Shape;128;p26"/>
          <p:cNvSpPr/>
          <p:nvPr/>
        </p:nvSpPr>
        <p:spPr>
          <a:xfrm rot="5400000">
            <a:off x="1428875" y="20524"/>
            <a:ext cx="3358800" cy="5026500"/>
          </a:xfrm>
          <a:prstGeom prst="rect">
            <a:avLst/>
          </a:prstGeom>
          <a:solidFill>
            <a:schemeClr val="accent1">
              <a:alpha val="861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subTitle" idx="1"/>
          </p:nvPr>
        </p:nvSpPr>
        <p:spPr>
          <a:xfrm>
            <a:off x="1194727" y="2456199"/>
            <a:ext cx="2246948" cy="7341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s" dirty="0" smtClean="0">
                <a:solidFill>
                  <a:schemeClr val="lt1"/>
                </a:solidFill>
              </a:rPr>
              <a:t>Amjad Rifaii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s" dirty="0" smtClean="0">
                <a:solidFill>
                  <a:schemeClr val="lt1"/>
                </a:solidFill>
              </a:rPr>
              <a:t>Elio Abdo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s" dirty="0" smtClean="0">
                <a:solidFill>
                  <a:schemeClr val="lt1"/>
                </a:solidFill>
              </a:rPr>
              <a:t>Elia Abdel Masih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0" name="Google Shape;130;p26"/>
          <p:cNvSpPr txBox="1">
            <a:spLocks noGrp="1"/>
          </p:cNvSpPr>
          <p:nvPr>
            <p:ph type="ctrTitle"/>
          </p:nvPr>
        </p:nvSpPr>
        <p:spPr>
          <a:xfrm>
            <a:off x="1086895" y="1408088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 err="1" smtClean="0">
                <a:solidFill>
                  <a:schemeClr val="lt1"/>
                </a:solidFill>
              </a:rPr>
              <a:t>LuxeStay</a:t>
            </a:r>
            <a:r>
              <a:rPr lang="en-US" dirty="0" smtClean="0">
                <a:solidFill>
                  <a:schemeClr val="lt1"/>
                </a:solidFill>
              </a:rPr>
              <a:t/>
            </a:r>
            <a:br>
              <a:rPr lang="en-US" dirty="0" smtClean="0">
                <a:solidFill>
                  <a:schemeClr val="lt1"/>
                </a:solidFill>
              </a:rPr>
            </a:br>
            <a:r>
              <a:rPr lang="en-US" sz="1800" u="sng" dirty="0" smtClean="0">
                <a:solidFill>
                  <a:schemeClr val="lt1"/>
                </a:solidFill>
              </a:rPr>
              <a:t>presented By:</a:t>
            </a:r>
            <a:br>
              <a:rPr lang="en-US" sz="1800" u="sng" dirty="0" smtClean="0">
                <a:solidFill>
                  <a:schemeClr val="lt1"/>
                </a:solidFill>
              </a:rPr>
            </a:br>
            <a:r>
              <a:rPr lang="en-US" sz="1800" u="sng" dirty="0" smtClean="0">
                <a:solidFill>
                  <a:schemeClr val="lt1"/>
                </a:solidFill>
              </a:rPr>
              <a:t>    </a:t>
            </a:r>
            <a:r>
              <a:rPr lang="en-US" dirty="0">
                <a:solidFill>
                  <a:schemeClr val="lt1"/>
                </a:solidFill>
              </a:rPr>
              <a:t/>
            </a:r>
            <a:br>
              <a:rPr lang="en-US" dirty="0">
                <a:solidFill>
                  <a:schemeClr val="lt1"/>
                </a:solidFill>
              </a:rPr>
            </a:br>
            <a:endParaRPr dirty="0">
              <a:solidFill>
                <a:schemeClr val="l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1" name="Google Shape;131;p26"/>
          <p:cNvSpPr/>
          <p:nvPr/>
        </p:nvSpPr>
        <p:spPr>
          <a:xfrm rot="-5400000" flipH="1">
            <a:off x="7354200" y="2416550"/>
            <a:ext cx="3358800" cy="2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104606" y="1824702"/>
            <a:ext cx="25229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Livvic"/>
              </a:rPr>
              <a:t>Instructor Name: </a:t>
            </a:r>
            <a:endParaRPr lang="en-US" b="1" u="sng" dirty="0" smtClean="0">
              <a:solidFill>
                <a:schemeClr val="bg1"/>
              </a:solidFill>
              <a:latin typeface="Livvic"/>
            </a:endParaRPr>
          </a:p>
          <a:p>
            <a:endParaRPr lang="en-US" b="1" u="sng" dirty="0">
              <a:solidFill>
                <a:schemeClr val="bg1"/>
              </a:solidFill>
            </a:endParaRPr>
          </a:p>
          <a:p>
            <a:endParaRPr lang="en-US" u="sng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Livvic"/>
              </a:rPr>
              <a:t>Dr. </a:t>
            </a:r>
            <a:r>
              <a:rPr lang="en-US" dirty="0" smtClean="0">
                <a:solidFill>
                  <a:schemeClr val="bg1"/>
                </a:solidFill>
                <a:latin typeface="Livvic"/>
              </a:rPr>
              <a:t>Mohammad </a:t>
            </a:r>
            <a:r>
              <a:rPr lang="en-US" dirty="0" err="1" smtClean="0">
                <a:solidFill>
                  <a:schemeClr val="bg1"/>
                </a:solidFill>
                <a:latin typeface="Livvic"/>
              </a:rPr>
              <a:t>Dandash</a:t>
            </a:r>
            <a:endParaRPr lang="en-US" dirty="0">
              <a:solidFill>
                <a:schemeClr val="bg1"/>
              </a:solidFill>
              <a:latin typeface="Livvic"/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latin typeface="Livvic"/>
              </a:rPr>
              <a:t>Course: </a:t>
            </a:r>
            <a:r>
              <a:rPr lang="en-US" dirty="0" smtClean="0">
                <a:solidFill>
                  <a:schemeClr val="bg1"/>
                </a:solidFill>
                <a:latin typeface="Livvic"/>
              </a:rPr>
              <a:t>PHP(I3302</a:t>
            </a:r>
            <a:r>
              <a:rPr lang="en-US" dirty="0">
                <a:solidFill>
                  <a:schemeClr val="bg1"/>
                </a:solidFill>
                <a:latin typeface="Livvic"/>
              </a:rPr>
              <a:t>)</a:t>
            </a:r>
            <a:endParaRPr lang="en-US" dirty="0">
              <a:solidFill>
                <a:schemeClr val="bg1"/>
              </a:solidFill>
              <a:latin typeface="Livvic"/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latin typeface="Livvic"/>
              </a:rPr>
              <a:t>Date: </a:t>
            </a:r>
            <a:r>
              <a:rPr lang="en-US" dirty="0" smtClean="0">
                <a:solidFill>
                  <a:schemeClr val="bg1"/>
                </a:solidFill>
                <a:latin typeface="Livvic"/>
              </a:rPr>
              <a:t>21-02-2025</a:t>
            </a:r>
            <a:endParaRPr lang="en-US" dirty="0">
              <a:solidFill>
                <a:schemeClr val="bg1"/>
              </a:solidFill>
              <a:latin typeface="Livvic"/>
              <a:ea typeface="Calibri"/>
              <a:cs typeface="Calibri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CONTENTS OF THIS TEMPLATE</a:t>
            </a:r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subTitle" idx="4294967295"/>
          </p:nvPr>
        </p:nvSpPr>
        <p:spPr>
          <a:xfrm flipH="1">
            <a:off x="720075" y="540000"/>
            <a:ext cx="5823600" cy="4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b="1" dirty="0" err="1">
                <a:latin typeface="Arial"/>
                <a:cs typeface="Arial"/>
              </a:rPr>
              <a:t>LuxeStay</a:t>
            </a:r>
            <a:r>
              <a:rPr lang="en-US" altLang="en-US" dirty="0">
                <a:latin typeface="Arial"/>
                <a:cs typeface="Arial"/>
              </a:rPr>
              <a:t> is an online reservation platform for </a:t>
            </a:r>
            <a:r>
              <a:rPr lang="en-US" altLang="en-US" dirty="0" smtClean="0">
                <a:latin typeface="Arial"/>
                <a:cs typeface="Arial"/>
              </a:rPr>
              <a:t>guesthouses similar to </a:t>
            </a:r>
            <a:r>
              <a:rPr lang="en-US" altLang="en-US" dirty="0" err="1" smtClean="0">
                <a:latin typeface="Arial"/>
                <a:cs typeface="Arial"/>
              </a:rPr>
              <a:t>AirBNB</a:t>
            </a:r>
            <a:r>
              <a:rPr lang="en-US" altLang="en-US" dirty="0" smtClean="0">
                <a:latin typeface="Arial"/>
                <a:cs typeface="Arial"/>
              </a:rPr>
              <a:t>.</a:t>
            </a:r>
            <a:endParaRPr lang="en-US" altLang="en-US" dirty="0">
              <a:latin typeface="Arial"/>
              <a:cs typeface="Arial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b="1" dirty="0">
                <a:latin typeface="Arial"/>
                <a:cs typeface="Arial"/>
              </a:rPr>
              <a:t>1-User Features</a:t>
            </a:r>
            <a:r>
              <a:rPr lang="en-US" altLang="en-US" b="1" dirty="0" smtClean="0">
                <a:latin typeface="Arial"/>
                <a:cs typeface="Arial"/>
              </a:rPr>
              <a:t>:</a:t>
            </a:r>
            <a:endParaRPr lang="en-US" altLang="en-US" dirty="0">
              <a:latin typeface="Arial"/>
              <a:cs typeface="Arial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 smtClean="0">
                <a:latin typeface="Arial"/>
                <a:cs typeface="Arial"/>
              </a:rPr>
              <a:t>Create Accounts.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/>
                <a:cs typeface="Arial"/>
              </a:rPr>
              <a:t>Browse properties</a:t>
            </a:r>
            <a:r>
              <a:rPr lang="en-US" altLang="en-US" dirty="0" smtClean="0">
                <a:latin typeface="Arial"/>
                <a:cs typeface="Arial"/>
              </a:rPr>
              <a:t>.</a:t>
            </a:r>
            <a:endParaRPr lang="en-US" altLang="en-US" dirty="0">
              <a:latin typeface="Arial"/>
              <a:cs typeface="Arial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/>
                <a:cs typeface="Arial"/>
              </a:rPr>
              <a:t>Make reservations.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/>
                <a:cs typeface="Arial"/>
              </a:rPr>
              <a:t>Manage bookings.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b="1" dirty="0">
                <a:latin typeface="Arial"/>
                <a:cs typeface="Arial"/>
              </a:rPr>
              <a:t>2-Administrator Features:</a:t>
            </a:r>
            <a:endParaRPr lang="en-US" altLang="en-US" dirty="0">
              <a:latin typeface="Arial"/>
              <a:cs typeface="Arial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/>
                <a:cs typeface="Arial"/>
              </a:rPr>
              <a:t>Oversee reservations.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/>
                <a:cs typeface="Arial"/>
              </a:rPr>
              <a:t>Manage </a:t>
            </a:r>
            <a:r>
              <a:rPr lang="en-US" altLang="en-US" dirty="0" smtClean="0">
                <a:latin typeface="Arial"/>
                <a:cs typeface="Arial"/>
              </a:rPr>
              <a:t>and insert properties</a:t>
            </a:r>
            <a:r>
              <a:rPr lang="en-US" altLang="en-US" dirty="0">
                <a:latin typeface="Arial"/>
                <a:cs typeface="Arial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 smtClean="0">
                <a:latin typeface="Arial"/>
                <a:cs typeface="Arial"/>
              </a:rPr>
              <a:t>Manage users and interact with them.</a:t>
            </a:r>
            <a:endParaRPr lang="en-US" altLang="en-US" dirty="0">
              <a:latin typeface="Arial"/>
              <a:cs typeface="Arial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b="1" dirty="0">
                <a:latin typeface="Arial"/>
                <a:cs typeface="Arial"/>
              </a:rPr>
              <a:t>3-System Benefits:</a:t>
            </a:r>
            <a:endParaRPr lang="en-US" altLang="en-US" dirty="0">
              <a:latin typeface="Arial"/>
              <a:cs typeface="Arial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/>
                <a:cs typeface="Arial"/>
              </a:rPr>
              <a:t>Efficient and secure reservation system.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/>
                <a:cs typeface="Arial"/>
              </a:rPr>
              <a:t>Real-time updates</a:t>
            </a:r>
            <a:r>
              <a:rPr lang="en-US" altLang="en-US" dirty="0" smtClean="0">
                <a:latin typeface="Arial"/>
                <a:cs typeface="Arial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US" dirty="0" smtClean="0">
                <a:latin typeface="Arial"/>
                <a:cs typeface="Arial"/>
              </a:rPr>
              <a:t>Dynamic design and functionality.</a:t>
            </a:r>
            <a:endParaRPr lang="en-US" altLang="en-US" dirty="0">
              <a:latin typeface="Arial"/>
              <a:cs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38" name="Google Shape;138;p27"/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7"/>
          <p:cNvSpPr/>
          <p:nvPr/>
        </p:nvSpPr>
        <p:spPr>
          <a:xfrm rot="-5400000" flipH="1">
            <a:off x="7474475" y="3397650"/>
            <a:ext cx="891300" cy="2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6503;p64"/>
          <p:cNvGrpSpPr/>
          <p:nvPr/>
        </p:nvGrpSpPr>
        <p:grpSpPr>
          <a:xfrm>
            <a:off x="72355" y="3815475"/>
            <a:ext cx="569690" cy="748725"/>
            <a:chOff x="1367060" y="2422129"/>
            <a:chExt cx="269261" cy="352050"/>
          </a:xfrm>
        </p:grpSpPr>
        <p:sp>
          <p:nvSpPr>
            <p:cNvPr id="8" name="Google Shape;6504;p64"/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505;p64"/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506;p64"/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507;p64"/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508;p64"/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509;p64"/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510;p64"/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511;p64"/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512;p64"/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513;p64"/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514;p64"/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515;p64"/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516;p64"/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517;p64"/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7180;p66"/>
          <p:cNvGrpSpPr/>
          <p:nvPr/>
        </p:nvGrpSpPr>
        <p:grpSpPr>
          <a:xfrm>
            <a:off x="125247" y="994902"/>
            <a:ext cx="516800" cy="581636"/>
            <a:chOff x="859265" y="3348175"/>
            <a:chExt cx="312316" cy="368400"/>
          </a:xfrm>
        </p:grpSpPr>
        <p:sp>
          <p:nvSpPr>
            <p:cNvPr id="23" name="Google Shape;7181;p66"/>
            <p:cNvSpPr/>
            <p:nvPr/>
          </p:nvSpPr>
          <p:spPr>
            <a:xfrm>
              <a:off x="968792" y="3507102"/>
              <a:ext cx="92498" cy="30589"/>
            </a:xfrm>
            <a:custGeom>
              <a:avLst/>
              <a:gdLst/>
              <a:ahLst/>
              <a:cxnLst/>
              <a:rect l="l" t="t" r="r" b="b"/>
              <a:pathLst>
                <a:path w="2906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19" y="104"/>
                    <a:pt x="0" y="247"/>
                    <a:pt x="0" y="413"/>
                  </a:cubicBezTo>
                  <a:lnTo>
                    <a:pt x="0" y="794"/>
                  </a:lnTo>
                  <a:cubicBezTo>
                    <a:pt x="0" y="890"/>
                    <a:pt x="72" y="961"/>
                    <a:pt x="167" y="961"/>
                  </a:cubicBezTo>
                  <a:cubicBezTo>
                    <a:pt x="250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3" y="373"/>
                    <a:pt x="820" y="331"/>
                    <a:pt x="1157" y="331"/>
                  </a:cubicBezTo>
                  <a:cubicBezTo>
                    <a:pt x="1250" y="331"/>
                    <a:pt x="1345" y="334"/>
                    <a:pt x="1441" y="342"/>
                  </a:cubicBezTo>
                  <a:cubicBezTo>
                    <a:pt x="1977" y="366"/>
                    <a:pt x="2346" y="497"/>
                    <a:pt x="2572" y="735"/>
                  </a:cubicBezTo>
                  <a:cubicBezTo>
                    <a:pt x="2602" y="764"/>
                    <a:pt x="2646" y="779"/>
                    <a:pt x="2691" y="779"/>
                  </a:cubicBezTo>
                  <a:cubicBezTo>
                    <a:pt x="2736" y="779"/>
                    <a:pt x="2780" y="764"/>
                    <a:pt x="2810" y="735"/>
                  </a:cubicBezTo>
                  <a:cubicBezTo>
                    <a:pt x="2905" y="675"/>
                    <a:pt x="2905" y="556"/>
                    <a:pt x="2834" y="497"/>
                  </a:cubicBezTo>
                  <a:cubicBezTo>
                    <a:pt x="2432" y="102"/>
                    <a:pt x="1754" y="1"/>
                    <a:pt x="116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182;p66"/>
            <p:cNvSpPr/>
            <p:nvPr/>
          </p:nvSpPr>
          <p:spPr>
            <a:xfrm>
              <a:off x="911562" y="3458466"/>
              <a:ext cx="206577" cy="258109"/>
            </a:xfrm>
            <a:custGeom>
              <a:avLst/>
              <a:gdLst/>
              <a:ahLst/>
              <a:cxnLst/>
              <a:rect l="l" t="t" r="r" b="b"/>
              <a:pathLst>
                <a:path w="6490" h="8109" extrusionOk="0">
                  <a:moveTo>
                    <a:pt x="5061" y="322"/>
                  </a:moveTo>
                  <a:lnTo>
                    <a:pt x="5061" y="1953"/>
                  </a:lnTo>
                  <a:cubicBezTo>
                    <a:pt x="5061" y="2203"/>
                    <a:pt x="5001" y="2441"/>
                    <a:pt x="4894" y="2668"/>
                  </a:cubicBezTo>
                  <a:cubicBezTo>
                    <a:pt x="4882" y="2703"/>
                    <a:pt x="4882" y="2715"/>
                    <a:pt x="4882" y="2739"/>
                  </a:cubicBezTo>
                  <a:lnTo>
                    <a:pt x="4882" y="3215"/>
                  </a:lnTo>
                  <a:cubicBezTo>
                    <a:pt x="4882" y="3680"/>
                    <a:pt x="4703" y="4096"/>
                    <a:pt x="4358" y="4430"/>
                  </a:cubicBezTo>
                  <a:cubicBezTo>
                    <a:pt x="4044" y="4712"/>
                    <a:pt x="3660" y="4875"/>
                    <a:pt x="3244" y="4875"/>
                  </a:cubicBezTo>
                  <a:cubicBezTo>
                    <a:pt x="3203" y="4875"/>
                    <a:pt x="3161" y="4873"/>
                    <a:pt x="3120" y="4870"/>
                  </a:cubicBezTo>
                  <a:cubicBezTo>
                    <a:pt x="2275" y="4823"/>
                    <a:pt x="1596" y="4072"/>
                    <a:pt x="1596" y="3180"/>
                  </a:cubicBezTo>
                  <a:lnTo>
                    <a:pt x="1596" y="2763"/>
                  </a:lnTo>
                  <a:cubicBezTo>
                    <a:pt x="1596" y="2727"/>
                    <a:pt x="1596" y="2715"/>
                    <a:pt x="1572" y="2679"/>
                  </a:cubicBezTo>
                  <a:cubicBezTo>
                    <a:pt x="1477" y="2465"/>
                    <a:pt x="1417" y="2227"/>
                    <a:pt x="1417" y="1965"/>
                  </a:cubicBezTo>
                  <a:lnTo>
                    <a:pt x="1417" y="1596"/>
                  </a:lnTo>
                  <a:cubicBezTo>
                    <a:pt x="1417" y="894"/>
                    <a:pt x="1989" y="322"/>
                    <a:pt x="2691" y="322"/>
                  </a:cubicBezTo>
                  <a:close/>
                  <a:moveTo>
                    <a:pt x="4168" y="4989"/>
                  </a:moveTo>
                  <a:lnTo>
                    <a:pt x="4168" y="5299"/>
                  </a:lnTo>
                  <a:lnTo>
                    <a:pt x="3239" y="5930"/>
                  </a:lnTo>
                  <a:lnTo>
                    <a:pt x="2322" y="5299"/>
                  </a:lnTo>
                  <a:lnTo>
                    <a:pt x="2322" y="4989"/>
                  </a:lnTo>
                  <a:cubicBezTo>
                    <a:pt x="2560" y="5120"/>
                    <a:pt x="2822" y="5204"/>
                    <a:pt x="3108" y="5215"/>
                  </a:cubicBezTo>
                  <a:lnTo>
                    <a:pt x="3239" y="5215"/>
                  </a:lnTo>
                  <a:cubicBezTo>
                    <a:pt x="3572" y="5215"/>
                    <a:pt x="3882" y="5144"/>
                    <a:pt x="4168" y="4989"/>
                  </a:cubicBezTo>
                  <a:close/>
                  <a:moveTo>
                    <a:pt x="2191" y="5620"/>
                  </a:moveTo>
                  <a:lnTo>
                    <a:pt x="2989" y="6168"/>
                  </a:lnTo>
                  <a:lnTo>
                    <a:pt x="2560" y="6585"/>
                  </a:lnTo>
                  <a:lnTo>
                    <a:pt x="2548" y="6585"/>
                  </a:lnTo>
                  <a:lnTo>
                    <a:pt x="2024" y="5799"/>
                  </a:lnTo>
                  <a:lnTo>
                    <a:pt x="2191" y="5620"/>
                  </a:lnTo>
                  <a:close/>
                  <a:moveTo>
                    <a:pt x="4299" y="5596"/>
                  </a:moveTo>
                  <a:lnTo>
                    <a:pt x="4465" y="5775"/>
                  </a:lnTo>
                  <a:lnTo>
                    <a:pt x="3941" y="6585"/>
                  </a:lnTo>
                  <a:lnTo>
                    <a:pt x="3929" y="6585"/>
                  </a:lnTo>
                  <a:lnTo>
                    <a:pt x="3501" y="6156"/>
                  </a:lnTo>
                  <a:lnTo>
                    <a:pt x="4299" y="5596"/>
                  </a:lnTo>
                  <a:close/>
                  <a:moveTo>
                    <a:pt x="2703" y="1"/>
                  </a:moveTo>
                  <a:cubicBezTo>
                    <a:pt x="1810" y="1"/>
                    <a:pt x="1084" y="727"/>
                    <a:pt x="1084" y="1620"/>
                  </a:cubicBezTo>
                  <a:lnTo>
                    <a:pt x="1084" y="1977"/>
                  </a:lnTo>
                  <a:cubicBezTo>
                    <a:pt x="1084" y="2263"/>
                    <a:pt x="1143" y="2548"/>
                    <a:pt x="1262" y="2799"/>
                  </a:cubicBezTo>
                  <a:lnTo>
                    <a:pt x="1262" y="3191"/>
                  </a:lnTo>
                  <a:cubicBezTo>
                    <a:pt x="1262" y="3822"/>
                    <a:pt x="1548" y="4394"/>
                    <a:pt x="1989" y="4763"/>
                  </a:cubicBezTo>
                  <a:lnTo>
                    <a:pt x="1989" y="5335"/>
                  </a:lnTo>
                  <a:lnTo>
                    <a:pt x="1679" y="5656"/>
                  </a:lnTo>
                  <a:cubicBezTo>
                    <a:pt x="1655" y="5692"/>
                    <a:pt x="1632" y="5751"/>
                    <a:pt x="1632" y="5787"/>
                  </a:cubicBezTo>
                  <a:lnTo>
                    <a:pt x="596" y="6168"/>
                  </a:lnTo>
                  <a:cubicBezTo>
                    <a:pt x="239" y="6299"/>
                    <a:pt x="0" y="6620"/>
                    <a:pt x="0" y="7013"/>
                  </a:cubicBezTo>
                  <a:lnTo>
                    <a:pt x="0" y="7954"/>
                  </a:lnTo>
                  <a:cubicBezTo>
                    <a:pt x="0" y="8037"/>
                    <a:pt x="72" y="8109"/>
                    <a:pt x="155" y="8109"/>
                  </a:cubicBezTo>
                  <a:cubicBezTo>
                    <a:pt x="250" y="8109"/>
                    <a:pt x="322" y="8037"/>
                    <a:pt x="322" y="7954"/>
                  </a:cubicBezTo>
                  <a:lnTo>
                    <a:pt x="322" y="7013"/>
                  </a:lnTo>
                  <a:cubicBezTo>
                    <a:pt x="322" y="6775"/>
                    <a:pt x="477" y="6561"/>
                    <a:pt x="691" y="6489"/>
                  </a:cubicBezTo>
                  <a:lnTo>
                    <a:pt x="1798" y="6085"/>
                  </a:lnTo>
                  <a:lnTo>
                    <a:pt x="2263" y="6775"/>
                  </a:lnTo>
                  <a:cubicBezTo>
                    <a:pt x="2322" y="6859"/>
                    <a:pt x="2405" y="6918"/>
                    <a:pt x="2513" y="6918"/>
                  </a:cubicBezTo>
                  <a:lnTo>
                    <a:pt x="2536" y="6918"/>
                  </a:lnTo>
                  <a:cubicBezTo>
                    <a:pt x="2632" y="6918"/>
                    <a:pt x="2715" y="6894"/>
                    <a:pt x="2798" y="6823"/>
                  </a:cubicBezTo>
                  <a:lnTo>
                    <a:pt x="3072" y="6537"/>
                  </a:lnTo>
                  <a:lnTo>
                    <a:pt x="3072" y="7930"/>
                  </a:lnTo>
                  <a:cubicBezTo>
                    <a:pt x="3072" y="8025"/>
                    <a:pt x="3156" y="8097"/>
                    <a:pt x="3239" y="8097"/>
                  </a:cubicBezTo>
                  <a:cubicBezTo>
                    <a:pt x="3334" y="8097"/>
                    <a:pt x="3406" y="8025"/>
                    <a:pt x="3406" y="7930"/>
                  </a:cubicBezTo>
                  <a:lnTo>
                    <a:pt x="3406" y="6537"/>
                  </a:lnTo>
                  <a:lnTo>
                    <a:pt x="3691" y="6823"/>
                  </a:lnTo>
                  <a:cubicBezTo>
                    <a:pt x="3751" y="6882"/>
                    <a:pt x="3834" y="6918"/>
                    <a:pt x="3941" y="6918"/>
                  </a:cubicBezTo>
                  <a:lnTo>
                    <a:pt x="3965" y="6918"/>
                  </a:lnTo>
                  <a:cubicBezTo>
                    <a:pt x="4072" y="6906"/>
                    <a:pt x="4168" y="6859"/>
                    <a:pt x="4227" y="6775"/>
                  </a:cubicBezTo>
                  <a:lnTo>
                    <a:pt x="4680" y="6085"/>
                  </a:lnTo>
                  <a:lnTo>
                    <a:pt x="5787" y="6489"/>
                  </a:lnTo>
                  <a:cubicBezTo>
                    <a:pt x="6013" y="6561"/>
                    <a:pt x="6156" y="6775"/>
                    <a:pt x="6156" y="7013"/>
                  </a:cubicBezTo>
                  <a:lnTo>
                    <a:pt x="6156" y="7954"/>
                  </a:lnTo>
                  <a:cubicBezTo>
                    <a:pt x="6156" y="8037"/>
                    <a:pt x="6227" y="8109"/>
                    <a:pt x="6323" y="8109"/>
                  </a:cubicBezTo>
                  <a:cubicBezTo>
                    <a:pt x="6406" y="8109"/>
                    <a:pt x="6489" y="8037"/>
                    <a:pt x="6489" y="7954"/>
                  </a:cubicBezTo>
                  <a:lnTo>
                    <a:pt x="6489" y="7013"/>
                  </a:lnTo>
                  <a:cubicBezTo>
                    <a:pt x="6489" y="6632"/>
                    <a:pt x="6251" y="6299"/>
                    <a:pt x="5906" y="6168"/>
                  </a:cubicBezTo>
                  <a:lnTo>
                    <a:pt x="4870" y="5799"/>
                  </a:lnTo>
                  <a:cubicBezTo>
                    <a:pt x="4870" y="5751"/>
                    <a:pt x="4846" y="5704"/>
                    <a:pt x="4822" y="5656"/>
                  </a:cubicBezTo>
                  <a:lnTo>
                    <a:pt x="4513" y="5335"/>
                  </a:lnTo>
                  <a:lnTo>
                    <a:pt x="4513" y="4787"/>
                  </a:lnTo>
                  <a:cubicBezTo>
                    <a:pt x="4537" y="4751"/>
                    <a:pt x="4572" y="4727"/>
                    <a:pt x="4608" y="4692"/>
                  </a:cubicBezTo>
                  <a:cubicBezTo>
                    <a:pt x="5013" y="4323"/>
                    <a:pt x="5239" y="3787"/>
                    <a:pt x="5239" y="3251"/>
                  </a:cubicBezTo>
                  <a:lnTo>
                    <a:pt x="5239" y="2799"/>
                  </a:lnTo>
                  <a:cubicBezTo>
                    <a:pt x="5358" y="2537"/>
                    <a:pt x="5418" y="2263"/>
                    <a:pt x="5418" y="1977"/>
                  </a:cubicBezTo>
                  <a:lnTo>
                    <a:pt x="5418" y="167"/>
                  </a:lnTo>
                  <a:cubicBezTo>
                    <a:pt x="5418" y="72"/>
                    <a:pt x="5334" y="1"/>
                    <a:pt x="525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183;p66"/>
            <p:cNvSpPr/>
            <p:nvPr/>
          </p:nvSpPr>
          <p:spPr>
            <a:xfrm>
              <a:off x="946034" y="3694580"/>
              <a:ext cx="10663" cy="21613"/>
            </a:xfrm>
            <a:custGeom>
              <a:avLst/>
              <a:gdLst/>
              <a:ahLst/>
              <a:cxnLst/>
              <a:rect l="l" t="t" r="r" b="b"/>
              <a:pathLst>
                <a:path w="335" h="679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524"/>
                  </a:lnTo>
                  <a:cubicBezTo>
                    <a:pt x="1" y="607"/>
                    <a:pt x="72" y="679"/>
                    <a:pt x="168" y="679"/>
                  </a:cubicBezTo>
                  <a:cubicBezTo>
                    <a:pt x="251" y="679"/>
                    <a:pt x="334" y="607"/>
                    <a:pt x="334" y="524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184;p66"/>
            <p:cNvSpPr/>
            <p:nvPr/>
          </p:nvSpPr>
          <p:spPr>
            <a:xfrm>
              <a:off x="1073004" y="3694580"/>
              <a:ext cx="10631" cy="21613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524"/>
                  </a:lnTo>
                  <a:cubicBezTo>
                    <a:pt x="0" y="607"/>
                    <a:pt x="72" y="679"/>
                    <a:pt x="167" y="679"/>
                  </a:cubicBezTo>
                  <a:cubicBezTo>
                    <a:pt x="251" y="679"/>
                    <a:pt x="334" y="607"/>
                    <a:pt x="334" y="524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185;p66"/>
            <p:cNvSpPr/>
            <p:nvPr/>
          </p:nvSpPr>
          <p:spPr>
            <a:xfrm>
              <a:off x="859265" y="3348175"/>
              <a:ext cx="312316" cy="293759"/>
            </a:xfrm>
            <a:custGeom>
              <a:avLst/>
              <a:gdLst/>
              <a:ahLst/>
              <a:cxnLst/>
              <a:rect l="l" t="t" r="r" b="b"/>
              <a:pathLst>
                <a:path w="9812" h="9229" extrusionOk="0">
                  <a:moveTo>
                    <a:pt x="3275" y="632"/>
                  </a:moveTo>
                  <a:cubicBezTo>
                    <a:pt x="3025" y="846"/>
                    <a:pt x="2786" y="1120"/>
                    <a:pt x="2560" y="1441"/>
                  </a:cubicBezTo>
                  <a:cubicBezTo>
                    <a:pt x="2417" y="1680"/>
                    <a:pt x="2286" y="1918"/>
                    <a:pt x="2179" y="2180"/>
                  </a:cubicBezTo>
                  <a:lnTo>
                    <a:pt x="1239" y="2180"/>
                  </a:lnTo>
                  <a:cubicBezTo>
                    <a:pt x="1762" y="1489"/>
                    <a:pt x="2453" y="941"/>
                    <a:pt x="3275" y="632"/>
                  </a:cubicBezTo>
                  <a:close/>
                  <a:moveTo>
                    <a:pt x="4703" y="346"/>
                  </a:moveTo>
                  <a:lnTo>
                    <a:pt x="4703" y="2180"/>
                  </a:lnTo>
                  <a:lnTo>
                    <a:pt x="2536" y="2180"/>
                  </a:lnTo>
                  <a:cubicBezTo>
                    <a:pt x="3036" y="1132"/>
                    <a:pt x="3810" y="429"/>
                    <a:pt x="4703" y="346"/>
                  </a:cubicBezTo>
                  <a:close/>
                  <a:moveTo>
                    <a:pt x="5049" y="346"/>
                  </a:moveTo>
                  <a:cubicBezTo>
                    <a:pt x="5942" y="418"/>
                    <a:pt x="6715" y="1120"/>
                    <a:pt x="7227" y="2180"/>
                  </a:cubicBezTo>
                  <a:lnTo>
                    <a:pt x="5049" y="2180"/>
                  </a:lnTo>
                  <a:lnTo>
                    <a:pt x="5049" y="346"/>
                  </a:lnTo>
                  <a:close/>
                  <a:moveTo>
                    <a:pt x="6489" y="644"/>
                  </a:moveTo>
                  <a:lnTo>
                    <a:pt x="6489" y="644"/>
                  </a:lnTo>
                  <a:cubicBezTo>
                    <a:pt x="7311" y="953"/>
                    <a:pt x="8013" y="1489"/>
                    <a:pt x="8525" y="2192"/>
                  </a:cubicBezTo>
                  <a:lnTo>
                    <a:pt x="7597" y="2192"/>
                  </a:lnTo>
                  <a:cubicBezTo>
                    <a:pt x="7477" y="1918"/>
                    <a:pt x="7358" y="1680"/>
                    <a:pt x="7204" y="1453"/>
                  </a:cubicBezTo>
                  <a:cubicBezTo>
                    <a:pt x="7001" y="1132"/>
                    <a:pt x="6763" y="858"/>
                    <a:pt x="6489" y="644"/>
                  </a:cubicBezTo>
                  <a:close/>
                  <a:moveTo>
                    <a:pt x="2024" y="2513"/>
                  </a:moveTo>
                  <a:cubicBezTo>
                    <a:pt x="1786" y="3192"/>
                    <a:pt x="1655" y="3930"/>
                    <a:pt x="1632" y="4716"/>
                  </a:cubicBezTo>
                  <a:lnTo>
                    <a:pt x="334" y="4716"/>
                  </a:lnTo>
                  <a:cubicBezTo>
                    <a:pt x="358" y="3918"/>
                    <a:pt x="596" y="3168"/>
                    <a:pt x="1000" y="2513"/>
                  </a:cubicBezTo>
                  <a:close/>
                  <a:moveTo>
                    <a:pt x="8751" y="2513"/>
                  </a:moveTo>
                  <a:cubicBezTo>
                    <a:pt x="9156" y="3156"/>
                    <a:pt x="9394" y="3918"/>
                    <a:pt x="9430" y="4716"/>
                  </a:cubicBezTo>
                  <a:lnTo>
                    <a:pt x="8132" y="4716"/>
                  </a:lnTo>
                  <a:cubicBezTo>
                    <a:pt x="8120" y="3930"/>
                    <a:pt x="7978" y="3192"/>
                    <a:pt x="7728" y="2513"/>
                  </a:cubicBezTo>
                  <a:close/>
                  <a:moveTo>
                    <a:pt x="9430" y="5049"/>
                  </a:moveTo>
                  <a:cubicBezTo>
                    <a:pt x="9394" y="5811"/>
                    <a:pt x="9192" y="6549"/>
                    <a:pt x="8799" y="7192"/>
                  </a:cubicBezTo>
                  <a:cubicBezTo>
                    <a:pt x="8787" y="7204"/>
                    <a:pt x="8775" y="7228"/>
                    <a:pt x="8751" y="7252"/>
                  </a:cubicBezTo>
                  <a:lnTo>
                    <a:pt x="7728" y="7252"/>
                  </a:lnTo>
                  <a:cubicBezTo>
                    <a:pt x="7739" y="7204"/>
                    <a:pt x="7763" y="7156"/>
                    <a:pt x="7775" y="7097"/>
                  </a:cubicBezTo>
                  <a:cubicBezTo>
                    <a:pt x="8001" y="6466"/>
                    <a:pt x="8120" y="5775"/>
                    <a:pt x="8132" y="5049"/>
                  </a:cubicBezTo>
                  <a:close/>
                  <a:moveTo>
                    <a:pt x="1632" y="5061"/>
                  </a:moveTo>
                  <a:cubicBezTo>
                    <a:pt x="1655" y="5775"/>
                    <a:pt x="1762" y="6466"/>
                    <a:pt x="1989" y="7121"/>
                  </a:cubicBezTo>
                  <a:cubicBezTo>
                    <a:pt x="2001" y="7156"/>
                    <a:pt x="2013" y="7216"/>
                    <a:pt x="2024" y="7264"/>
                  </a:cubicBezTo>
                  <a:lnTo>
                    <a:pt x="989" y="7264"/>
                  </a:lnTo>
                  <a:cubicBezTo>
                    <a:pt x="584" y="6609"/>
                    <a:pt x="358" y="5847"/>
                    <a:pt x="334" y="5061"/>
                  </a:cubicBezTo>
                  <a:close/>
                  <a:moveTo>
                    <a:pt x="4882" y="1"/>
                  </a:moveTo>
                  <a:cubicBezTo>
                    <a:pt x="3572" y="1"/>
                    <a:pt x="2358" y="513"/>
                    <a:pt x="1429" y="1430"/>
                  </a:cubicBezTo>
                  <a:cubicBezTo>
                    <a:pt x="512" y="2358"/>
                    <a:pt x="0" y="3573"/>
                    <a:pt x="0" y="4882"/>
                  </a:cubicBezTo>
                  <a:cubicBezTo>
                    <a:pt x="0" y="6716"/>
                    <a:pt x="1012" y="8371"/>
                    <a:pt x="2644" y="9216"/>
                  </a:cubicBezTo>
                  <a:cubicBezTo>
                    <a:pt x="2667" y="9228"/>
                    <a:pt x="2679" y="9228"/>
                    <a:pt x="2715" y="9228"/>
                  </a:cubicBezTo>
                  <a:cubicBezTo>
                    <a:pt x="2775" y="9228"/>
                    <a:pt x="2834" y="9204"/>
                    <a:pt x="2858" y="9145"/>
                  </a:cubicBezTo>
                  <a:cubicBezTo>
                    <a:pt x="2905" y="9050"/>
                    <a:pt x="2882" y="8966"/>
                    <a:pt x="2786" y="8919"/>
                  </a:cubicBezTo>
                  <a:cubicBezTo>
                    <a:pt x="2167" y="8585"/>
                    <a:pt x="1643" y="8133"/>
                    <a:pt x="1239" y="7597"/>
                  </a:cubicBezTo>
                  <a:lnTo>
                    <a:pt x="2179" y="7597"/>
                  </a:lnTo>
                  <a:cubicBezTo>
                    <a:pt x="2382" y="8049"/>
                    <a:pt x="2644" y="8466"/>
                    <a:pt x="2941" y="8800"/>
                  </a:cubicBezTo>
                  <a:cubicBezTo>
                    <a:pt x="2972" y="8837"/>
                    <a:pt x="3013" y="8855"/>
                    <a:pt x="3057" y="8855"/>
                  </a:cubicBezTo>
                  <a:cubicBezTo>
                    <a:pt x="3097" y="8855"/>
                    <a:pt x="3140" y="8840"/>
                    <a:pt x="3179" y="8811"/>
                  </a:cubicBezTo>
                  <a:cubicBezTo>
                    <a:pt x="3251" y="8752"/>
                    <a:pt x="3251" y="8645"/>
                    <a:pt x="3191" y="8573"/>
                  </a:cubicBezTo>
                  <a:cubicBezTo>
                    <a:pt x="2941" y="8288"/>
                    <a:pt x="2727" y="7966"/>
                    <a:pt x="2548" y="7597"/>
                  </a:cubicBezTo>
                  <a:cubicBezTo>
                    <a:pt x="2644" y="7573"/>
                    <a:pt x="2703" y="7514"/>
                    <a:pt x="2703" y="7430"/>
                  </a:cubicBezTo>
                  <a:cubicBezTo>
                    <a:pt x="2703" y="7335"/>
                    <a:pt x="2620" y="7264"/>
                    <a:pt x="2536" y="7264"/>
                  </a:cubicBezTo>
                  <a:lnTo>
                    <a:pt x="2417" y="7264"/>
                  </a:lnTo>
                  <a:cubicBezTo>
                    <a:pt x="2167" y="6609"/>
                    <a:pt x="2001" y="5847"/>
                    <a:pt x="1977" y="5061"/>
                  </a:cubicBezTo>
                  <a:lnTo>
                    <a:pt x="2179" y="5061"/>
                  </a:lnTo>
                  <a:cubicBezTo>
                    <a:pt x="2263" y="5061"/>
                    <a:pt x="2346" y="4990"/>
                    <a:pt x="2346" y="4894"/>
                  </a:cubicBezTo>
                  <a:cubicBezTo>
                    <a:pt x="2346" y="4811"/>
                    <a:pt x="2263" y="4740"/>
                    <a:pt x="2179" y="4740"/>
                  </a:cubicBezTo>
                  <a:lnTo>
                    <a:pt x="1977" y="4740"/>
                  </a:lnTo>
                  <a:cubicBezTo>
                    <a:pt x="2001" y="3930"/>
                    <a:pt x="2155" y="3192"/>
                    <a:pt x="2417" y="2537"/>
                  </a:cubicBezTo>
                  <a:lnTo>
                    <a:pt x="4739" y="2537"/>
                  </a:lnTo>
                  <a:lnTo>
                    <a:pt x="4739" y="2906"/>
                  </a:lnTo>
                  <a:cubicBezTo>
                    <a:pt x="4739" y="2989"/>
                    <a:pt x="4810" y="3073"/>
                    <a:pt x="4894" y="3073"/>
                  </a:cubicBezTo>
                  <a:cubicBezTo>
                    <a:pt x="4989" y="3073"/>
                    <a:pt x="5061" y="2989"/>
                    <a:pt x="5061" y="2906"/>
                  </a:cubicBezTo>
                  <a:lnTo>
                    <a:pt x="5061" y="2537"/>
                  </a:lnTo>
                  <a:lnTo>
                    <a:pt x="7382" y="2537"/>
                  </a:lnTo>
                  <a:cubicBezTo>
                    <a:pt x="7632" y="3168"/>
                    <a:pt x="7787" y="3930"/>
                    <a:pt x="7811" y="4740"/>
                  </a:cubicBezTo>
                  <a:lnTo>
                    <a:pt x="7620" y="4740"/>
                  </a:lnTo>
                  <a:cubicBezTo>
                    <a:pt x="7537" y="4740"/>
                    <a:pt x="7454" y="4811"/>
                    <a:pt x="7454" y="4894"/>
                  </a:cubicBezTo>
                  <a:cubicBezTo>
                    <a:pt x="7454" y="4990"/>
                    <a:pt x="7537" y="5061"/>
                    <a:pt x="7620" y="5061"/>
                  </a:cubicBezTo>
                  <a:lnTo>
                    <a:pt x="7811" y="5061"/>
                  </a:lnTo>
                  <a:cubicBezTo>
                    <a:pt x="7799" y="5847"/>
                    <a:pt x="7656" y="6609"/>
                    <a:pt x="7382" y="7264"/>
                  </a:cubicBezTo>
                  <a:lnTo>
                    <a:pt x="7263" y="7264"/>
                  </a:lnTo>
                  <a:cubicBezTo>
                    <a:pt x="7180" y="7264"/>
                    <a:pt x="7096" y="7335"/>
                    <a:pt x="7096" y="7430"/>
                  </a:cubicBezTo>
                  <a:cubicBezTo>
                    <a:pt x="7096" y="7514"/>
                    <a:pt x="7156" y="7597"/>
                    <a:pt x="7251" y="7597"/>
                  </a:cubicBezTo>
                  <a:cubicBezTo>
                    <a:pt x="7073" y="7966"/>
                    <a:pt x="6846" y="8311"/>
                    <a:pt x="6608" y="8573"/>
                  </a:cubicBezTo>
                  <a:cubicBezTo>
                    <a:pt x="6549" y="8645"/>
                    <a:pt x="6549" y="8752"/>
                    <a:pt x="6620" y="8811"/>
                  </a:cubicBezTo>
                  <a:cubicBezTo>
                    <a:pt x="6656" y="8847"/>
                    <a:pt x="6704" y="8859"/>
                    <a:pt x="6739" y="8859"/>
                  </a:cubicBezTo>
                  <a:cubicBezTo>
                    <a:pt x="6787" y="8859"/>
                    <a:pt x="6835" y="8847"/>
                    <a:pt x="6882" y="8800"/>
                  </a:cubicBezTo>
                  <a:cubicBezTo>
                    <a:pt x="7180" y="8466"/>
                    <a:pt x="7442" y="8049"/>
                    <a:pt x="7632" y="7597"/>
                  </a:cubicBezTo>
                  <a:lnTo>
                    <a:pt x="8573" y="7597"/>
                  </a:lnTo>
                  <a:cubicBezTo>
                    <a:pt x="8204" y="8085"/>
                    <a:pt x="7739" y="8514"/>
                    <a:pt x="7192" y="8823"/>
                  </a:cubicBezTo>
                  <a:cubicBezTo>
                    <a:pt x="7120" y="8871"/>
                    <a:pt x="7085" y="8978"/>
                    <a:pt x="7132" y="9061"/>
                  </a:cubicBezTo>
                  <a:cubicBezTo>
                    <a:pt x="7163" y="9116"/>
                    <a:pt x="7215" y="9145"/>
                    <a:pt x="7274" y="9145"/>
                  </a:cubicBezTo>
                  <a:cubicBezTo>
                    <a:pt x="7305" y="9145"/>
                    <a:pt x="7338" y="9137"/>
                    <a:pt x="7370" y="9121"/>
                  </a:cubicBezTo>
                  <a:cubicBezTo>
                    <a:pt x="8097" y="8704"/>
                    <a:pt x="8704" y="8097"/>
                    <a:pt x="9144" y="7371"/>
                  </a:cubicBezTo>
                  <a:cubicBezTo>
                    <a:pt x="9585" y="6621"/>
                    <a:pt x="9811" y="5763"/>
                    <a:pt x="9811" y="4894"/>
                  </a:cubicBezTo>
                  <a:cubicBezTo>
                    <a:pt x="9763" y="3585"/>
                    <a:pt x="9263" y="2346"/>
                    <a:pt x="8335" y="1430"/>
                  </a:cubicBezTo>
                  <a:cubicBezTo>
                    <a:pt x="7418" y="513"/>
                    <a:pt x="6192" y="1"/>
                    <a:pt x="48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4665;p62"/>
          <p:cNvGrpSpPr/>
          <p:nvPr/>
        </p:nvGrpSpPr>
        <p:grpSpPr>
          <a:xfrm>
            <a:off x="81721" y="2388092"/>
            <a:ext cx="555055" cy="573755"/>
            <a:chOff x="1308631" y="1507830"/>
            <a:chExt cx="350166" cy="350198"/>
          </a:xfrm>
        </p:grpSpPr>
        <p:sp>
          <p:nvSpPr>
            <p:cNvPr id="29" name="Google Shape;4666;p62"/>
            <p:cNvSpPr/>
            <p:nvPr/>
          </p:nvSpPr>
          <p:spPr>
            <a:xfrm>
              <a:off x="1308631" y="1507830"/>
              <a:ext cx="350166" cy="350198"/>
            </a:xfrm>
            <a:custGeom>
              <a:avLst/>
              <a:gdLst/>
              <a:ahLst/>
              <a:cxnLst/>
              <a:rect l="l" t="t" r="r" b="b"/>
              <a:pathLst>
                <a:path w="11002" h="11003" extrusionOk="0">
                  <a:moveTo>
                    <a:pt x="6192" y="310"/>
                  </a:moveTo>
                  <a:cubicBezTo>
                    <a:pt x="6192" y="310"/>
                    <a:pt x="6204" y="310"/>
                    <a:pt x="6204" y="334"/>
                  </a:cubicBezTo>
                  <a:lnTo>
                    <a:pt x="6204" y="787"/>
                  </a:lnTo>
                  <a:cubicBezTo>
                    <a:pt x="6204" y="953"/>
                    <a:pt x="6311" y="1084"/>
                    <a:pt x="6477" y="1120"/>
                  </a:cubicBezTo>
                  <a:cubicBezTo>
                    <a:pt x="6989" y="1239"/>
                    <a:pt x="7489" y="1429"/>
                    <a:pt x="7930" y="1715"/>
                  </a:cubicBezTo>
                  <a:cubicBezTo>
                    <a:pt x="7986" y="1751"/>
                    <a:pt x="8048" y="1769"/>
                    <a:pt x="8110" y="1769"/>
                  </a:cubicBezTo>
                  <a:cubicBezTo>
                    <a:pt x="8194" y="1769"/>
                    <a:pt x="8278" y="1736"/>
                    <a:pt x="8347" y="1668"/>
                  </a:cubicBezTo>
                  <a:lnTo>
                    <a:pt x="8680" y="1346"/>
                  </a:lnTo>
                  <a:lnTo>
                    <a:pt x="8692" y="1346"/>
                  </a:lnTo>
                  <a:lnTo>
                    <a:pt x="9656" y="2311"/>
                  </a:lnTo>
                  <a:lnTo>
                    <a:pt x="9656" y="2322"/>
                  </a:lnTo>
                  <a:lnTo>
                    <a:pt x="9335" y="2656"/>
                  </a:lnTo>
                  <a:cubicBezTo>
                    <a:pt x="9228" y="2751"/>
                    <a:pt x="9192" y="2930"/>
                    <a:pt x="9287" y="3073"/>
                  </a:cubicBezTo>
                  <a:cubicBezTo>
                    <a:pt x="9573" y="3513"/>
                    <a:pt x="9775" y="4001"/>
                    <a:pt x="9883" y="4525"/>
                  </a:cubicBezTo>
                  <a:cubicBezTo>
                    <a:pt x="9906" y="4680"/>
                    <a:pt x="10049" y="4799"/>
                    <a:pt x="10204" y="4799"/>
                  </a:cubicBezTo>
                  <a:lnTo>
                    <a:pt x="10668" y="4799"/>
                  </a:lnTo>
                  <a:cubicBezTo>
                    <a:pt x="10668" y="4799"/>
                    <a:pt x="10680" y="4799"/>
                    <a:pt x="10680" y="4811"/>
                  </a:cubicBezTo>
                  <a:lnTo>
                    <a:pt x="10657" y="6216"/>
                  </a:lnTo>
                  <a:lnTo>
                    <a:pt x="10192" y="6216"/>
                  </a:lnTo>
                  <a:cubicBezTo>
                    <a:pt x="10026" y="6216"/>
                    <a:pt x="9895" y="6311"/>
                    <a:pt x="9871" y="6478"/>
                  </a:cubicBezTo>
                  <a:cubicBezTo>
                    <a:pt x="9752" y="7002"/>
                    <a:pt x="9549" y="7490"/>
                    <a:pt x="9275" y="7942"/>
                  </a:cubicBezTo>
                  <a:cubicBezTo>
                    <a:pt x="9180" y="8073"/>
                    <a:pt x="9192" y="8240"/>
                    <a:pt x="9311" y="8359"/>
                  </a:cubicBezTo>
                  <a:lnTo>
                    <a:pt x="9645" y="8680"/>
                  </a:lnTo>
                  <a:lnTo>
                    <a:pt x="9645" y="8692"/>
                  </a:lnTo>
                  <a:lnTo>
                    <a:pt x="8680" y="9669"/>
                  </a:lnTo>
                  <a:lnTo>
                    <a:pt x="8656" y="9669"/>
                  </a:lnTo>
                  <a:lnTo>
                    <a:pt x="8335" y="9335"/>
                  </a:lnTo>
                  <a:cubicBezTo>
                    <a:pt x="8271" y="9272"/>
                    <a:pt x="8183" y="9237"/>
                    <a:pt x="8094" y="9237"/>
                  </a:cubicBezTo>
                  <a:cubicBezTo>
                    <a:pt x="8033" y="9237"/>
                    <a:pt x="7971" y="9254"/>
                    <a:pt x="7918" y="9288"/>
                  </a:cubicBezTo>
                  <a:cubicBezTo>
                    <a:pt x="7466" y="9573"/>
                    <a:pt x="6978" y="9788"/>
                    <a:pt x="6454" y="9883"/>
                  </a:cubicBezTo>
                  <a:cubicBezTo>
                    <a:pt x="6311" y="9919"/>
                    <a:pt x="6192" y="10050"/>
                    <a:pt x="6192" y="10216"/>
                  </a:cubicBezTo>
                  <a:lnTo>
                    <a:pt x="6192" y="10681"/>
                  </a:lnTo>
                  <a:cubicBezTo>
                    <a:pt x="6192" y="10681"/>
                    <a:pt x="6192" y="10693"/>
                    <a:pt x="6168" y="10693"/>
                  </a:cubicBezTo>
                  <a:lnTo>
                    <a:pt x="4811" y="10693"/>
                  </a:lnTo>
                  <a:cubicBezTo>
                    <a:pt x="4811" y="10693"/>
                    <a:pt x="4787" y="10693"/>
                    <a:pt x="4787" y="10681"/>
                  </a:cubicBezTo>
                  <a:lnTo>
                    <a:pt x="4787" y="10216"/>
                  </a:lnTo>
                  <a:cubicBezTo>
                    <a:pt x="4787" y="10050"/>
                    <a:pt x="4692" y="9919"/>
                    <a:pt x="4525" y="9883"/>
                  </a:cubicBezTo>
                  <a:cubicBezTo>
                    <a:pt x="4001" y="9764"/>
                    <a:pt x="3513" y="9573"/>
                    <a:pt x="3060" y="9288"/>
                  </a:cubicBezTo>
                  <a:cubicBezTo>
                    <a:pt x="3001" y="9264"/>
                    <a:pt x="2941" y="9228"/>
                    <a:pt x="2882" y="9228"/>
                  </a:cubicBezTo>
                  <a:cubicBezTo>
                    <a:pt x="2798" y="9228"/>
                    <a:pt x="2715" y="9264"/>
                    <a:pt x="2644" y="9335"/>
                  </a:cubicBezTo>
                  <a:lnTo>
                    <a:pt x="2322" y="9669"/>
                  </a:lnTo>
                  <a:lnTo>
                    <a:pt x="2298" y="9669"/>
                  </a:lnTo>
                  <a:lnTo>
                    <a:pt x="1334" y="8692"/>
                  </a:lnTo>
                  <a:lnTo>
                    <a:pt x="1334" y="8680"/>
                  </a:lnTo>
                  <a:lnTo>
                    <a:pt x="1667" y="8359"/>
                  </a:lnTo>
                  <a:cubicBezTo>
                    <a:pt x="1763" y="8252"/>
                    <a:pt x="1798" y="8073"/>
                    <a:pt x="1703" y="7942"/>
                  </a:cubicBezTo>
                  <a:cubicBezTo>
                    <a:pt x="1429" y="7490"/>
                    <a:pt x="1215" y="7002"/>
                    <a:pt x="1108" y="6478"/>
                  </a:cubicBezTo>
                  <a:cubicBezTo>
                    <a:pt x="1084" y="6335"/>
                    <a:pt x="953" y="6216"/>
                    <a:pt x="786" y="6216"/>
                  </a:cubicBezTo>
                  <a:lnTo>
                    <a:pt x="322" y="6216"/>
                  </a:lnTo>
                  <a:cubicBezTo>
                    <a:pt x="322" y="6216"/>
                    <a:pt x="310" y="6216"/>
                    <a:pt x="310" y="6192"/>
                  </a:cubicBezTo>
                  <a:lnTo>
                    <a:pt x="310" y="4811"/>
                  </a:lnTo>
                  <a:cubicBezTo>
                    <a:pt x="310" y="4811"/>
                    <a:pt x="310" y="4799"/>
                    <a:pt x="322" y="4799"/>
                  </a:cubicBezTo>
                  <a:lnTo>
                    <a:pt x="786" y="4799"/>
                  </a:lnTo>
                  <a:cubicBezTo>
                    <a:pt x="953" y="4799"/>
                    <a:pt x="1084" y="4692"/>
                    <a:pt x="1108" y="4525"/>
                  </a:cubicBezTo>
                  <a:cubicBezTo>
                    <a:pt x="1227" y="4001"/>
                    <a:pt x="1429" y="3513"/>
                    <a:pt x="1703" y="3073"/>
                  </a:cubicBezTo>
                  <a:cubicBezTo>
                    <a:pt x="1798" y="2930"/>
                    <a:pt x="1786" y="2775"/>
                    <a:pt x="1667" y="2656"/>
                  </a:cubicBezTo>
                  <a:lnTo>
                    <a:pt x="1334" y="2322"/>
                  </a:lnTo>
                  <a:lnTo>
                    <a:pt x="1334" y="2311"/>
                  </a:lnTo>
                  <a:lnTo>
                    <a:pt x="2298" y="1346"/>
                  </a:lnTo>
                  <a:lnTo>
                    <a:pt x="2322" y="1346"/>
                  </a:lnTo>
                  <a:lnTo>
                    <a:pt x="2644" y="1668"/>
                  </a:lnTo>
                  <a:cubicBezTo>
                    <a:pt x="2707" y="1731"/>
                    <a:pt x="2796" y="1765"/>
                    <a:pt x="2885" y="1765"/>
                  </a:cubicBezTo>
                  <a:cubicBezTo>
                    <a:pt x="2946" y="1765"/>
                    <a:pt x="3007" y="1749"/>
                    <a:pt x="3060" y="1715"/>
                  </a:cubicBezTo>
                  <a:cubicBezTo>
                    <a:pt x="3513" y="1429"/>
                    <a:pt x="4001" y="1227"/>
                    <a:pt x="4525" y="1120"/>
                  </a:cubicBezTo>
                  <a:cubicBezTo>
                    <a:pt x="4668" y="1084"/>
                    <a:pt x="4787" y="953"/>
                    <a:pt x="4787" y="787"/>
                  </a:cubicBezTo>
                  <a:lnTo>
                    <a:pt x="4787" y="334"/>
                  </a:lnTo>
                  <a:cubicBezTo>
                    <a:pt x="4787" y="334"/>
                    <a:pt x="4787" y="310"/>
                    <a:pt x="4811" y="310"/>
                  </a:cubicBezTo>
                  <a:close/>
                  <a:moveTo>
                    <a:pt x="4811" y="1"/>
                  </a:moveTo>
                  <a:cubicBezTo>
                    <a:pt x="4632" y="1"/>
                    <a:pt x="4477" y="156"/>
                    <a:pt x="4477" y="334"/>
                  </a:cubicBezTo>
                  <a:lnTo>
                    <a:pt x="4477" y="798"/>
                  </a:lnTo>
                  <a:cubicBezTo>
                    <a:pt x="4477" y="798"/>
                    <a:pt x="4477" y="810"/>
                    <a:pt x="4465" y="810"/>
                  </a:cubicBezTo>
                  <a:cubicBezTo>
                    <a:pt x="3918" y="929"/>
                    <a:pt x="3370" y="1156"/>
                    <a:pt x="2906" y="1453"/>
                  </a:cubicBezTo>
                  <a:lnTo>
                    <a:pt x="2882" y="1453"/>
                  </a:lnTo>
                  <a:lnTo>
                    <a:pt x="2560" y="1120"/>
                  </a:lnTo>
                  <a:cubicBezTo>
                    <a:pt x="2495" y="1054"/>
                    <a:pt x="2408" y="1022"/>
                    <a:pt x="2322" y="1022"/>
                  </a:cubicBezTo>
                  <a:cubicBezTo>
                    <a:pt x="2236" y="1022"/>
                    <a:pt x="2150" y="1054"/>
                    <a:pt x="2084" y="1120"/>
                  </a:cubicBezTo>
                  <a:lnTo>
                    <a:pt x="1120" y="2084"/>
                  </a:lnTo>
                  <a:cubicBezTo>
                    <a:pt x="977" y="2215"/>
                    <a:pt x="977" y="2430"/>
                    <a:pt x="1120" y="2561"/>
                  </a:cubicBezTo>
                  <a:lnTo>
                    <a:pt x="1441" y="2894"/>
                  </a:lnTo>
                  <a:lnTo>
                    <a:pt x="1441" y="2906"/>
                  </a:lnTo>
                  <a:cubicBezTo>
                    <a:pt x="1132" y="3382"/>
                    <a:pt x="917" y="3906"/>
                    <a:pt x="798" y="4466"/>
                  </a:cubicBezTo>
                  <a:cubicBezTo>
                    <a:pt x="798" y="4466"/>
                    <a:pt x="798" y="4489"/>
                    <a:pt x="786" y="4489"/>
                  </a:cubicBezTo>
                  <a:lnTo>
                    <a:pt x="322" y="4489"/>
                  </a:lnTo>
                  <a:cubicBezTo>
                    <a:pt x="143" y="4489"/>
                    <a:pt x="0" y="4632"/>
                    <a:pt x="0" y="4811"/>
                  </a:cubicBezTo>
                  <a:lnTo>
                    <a:pt x="0" y="6192"/>
                  </a:lnTo>
                  <a:cubicBezTo>
                    <a:pt x="0" y="6371"/>
                    <a:pt x="143" y="6525"/>
                    <a:pt x="322" y="6525"/>
                  </a:cubicBezTo>
                  <a:lnTo>
                    <a:pt x="786" y="6525"/>
                  </a:lnTo>
                  <a:cubicBezTo>
                    <a:pt x="786" y="6525"/>
                    <a:pt x="798" y="6525"/>
                    <a:pt x="798" y="6537"/>
                  </a:cubicBezTo>
                  <a:cubicBezTo>
                    <a:pt x="917" y="7085"/>
                    <a:pt x="1143" y="7621"/>
                    <a:pt x="1441" y="8097"/>
                  </a:cubicBezTo>
                  <a:lnTo>
                    <a:pt x="1441" y="8121"/>
                  </a:lnTo>
                  <a:lnTo>
                    <a:pt x="1120" y="8442"/>
                  </a:lnTo>
                  <a:cubicBezTo>
                    <a:pt x="977" y="8573"/>
                    <a:pt x="977" y="8788"/>
                    <a:pt x="1120" y="8918"/>
                  </a:cubicBezTo>
                  <a:lnTo>
                    <a:pt x="2084" y="9883"/>
                  </a:lnTo>
                  <a:cubicBezTo>
                    <a:pt x="2150" y="9954"/>
                    <a:pt x="2236" y="9990"/>
                    <a:pt x="2322" y="9990"/>
                  </a:cubicBezTo>
                  <a:cubicBezTo>
                    <a:pt x="2408" y="9990"/>
                    <a:pt x="2495" y="9954"/>
                    <a:pt x="2560" y="9883"/>
                  </a:cubicBezTo>
                  <a:lnTo>
                    <a:pt x="2882" y="9561"/>
                  </a:lnTo>
                  <a:lnTo>
                    <a:pt x="2906" y="9561"/>
                  </a:lnTo>
                  <a:cubicBezTo>
                    <a:pt x="3370" y="9871"/>
                    <a:pt x="3894" y="10085"/>
                    <a:pt x="4465" y="10204"/>
                  </a:cubicBezTo>
                  <a:cubicBezTo>
                    <a:pt x="4465" y="10204"/>
                    <a:pt x="4477" y="10204"/>
                    <a:pt x="4477" y="10216"/>
                  </a:cubicBezTo>
                  <a:lnTo>
                    <a:pt x="4477" y="10681"/>
                  </a:lnTo>
                  <a:cubicBezTo>
                    <a:pt x="4477" y="10859"/>
                    <a:pt x="4632" y="11002"/>
                    <a:pt x="4811" y="11002"/>
                  </a:cubicBezTo>
                  <a:lnTo>
                    <a:pt x="6192" y="11002"/>
                  </a:lnTo>
                  <a:cubicBezTo>
                    <a:pt x="6370" y="11002"/>
                    <a:pt x="6513" y="10859"/>
                    <a:pt x="6513" y="10681"/>
                  </a:cubicBezTo>
                  <a:lnTo>
                    <a:pt x="6513" y="10216"/>
                  </a:lnTo>
                  <a:cubicBezTo>
                    <a:pt x="6513" y="10216"/>
                    <a:pt x="6513" y="10204"/>
                    <a:pt x="6537" y="10204"/>
                  </a:cubicBezTo>
                  <a:cubicBezTo>
                    <a:pt x="7085" y="10085"/>
                    <a:pt x="7620" y="9859"/>
                    <a:pt x="8097" y="9561"/>
                  </a:cubicBezTo>
                  <a:lnTo>
                    <a:pt x="8109" y="9561"/>
                  </a:lnTo>
                  <a:lnTo>
                    <a:pt x="8442" y="9883"/>
                  </a:lnTo>
                  <a:cubicBezTo>
                    <a:pt x="8507" y="9954"/>
                    <a:pt x="8591" y="9990"/>
                    <a:pt x="8676" y="9990"/>
                  </a:cubicBezTo>
                  <a:cubicBezTo>
                    <a:pt x="8760" y="9990"/>
                    <a:pt x="8847" y="9954"/>
                    <a:pt x="8918" y="9883"/>
                  </a:cubicBezTo>
                  <a:lnTo>
                    <a:pt x="9883" y="8918"/>
                  </a:lnTo>
                  <a:cubicBezTo>
                    <a:pt x="10014" y="8788"/>
                    <a:pt x="10014" y="8573"/>
                    <a:pt x="9883" y="8442"/>
                  </a:cubicBezTo>
                  <a:lnTo>
                    <a:pt x="9549" y="8121"/>
                  </a:lnTo>
                  <a:lnTo>
                    <a:pt x="9549" y="8097"/>
                  </a:lnTo>
                  <a:cubicBezTo>
                    <a:pt x="9871" y="7621"/>
                    <a:pt x="10073" y="7109"/>
                    <a:pt x="10192" y="6537"/>
                  </a:cubicBezTo>
                  <a:cubicBezTo>
                    <a:pt x="10192" y="6537"/>
                    <a:pt x="10192" y="6525"/>
                    <a:pt x="10204" y="6525"/>
                  </a:cubicBezTo>
                  <a:lnTo>
                    <a:pt x="10668" y="6525"/>
                  </a:lnTo>
                  <a:cubicBezTo>
                    <a:pt x="10847" y="6525"/>
                    <a:pt x="11002" y="6371"/>
                    <a:pt x="11002" y="6192"/>
                  </a:cubicBezTo>
                  <a:lnTo>
                    <a:pt x="11002" y="4811"/>
                  </a:lnTo>
                  <a:cubicBezTo>
                    <a:pt x="10978" y="4632"/>
                    <a:pt x="10835" y="4489"/>
                    <a:pt x="10657" y="4489"/>
                  </a:cubicBezTo>
                  <a:lnTo>
                    <a:pt x="10192" y="4489"/>
                  </a:lnTo>
                  <a:cubicBezTo>
                    <a:pt x="10192" y="4489"/>
                    <a:pt x="10180" y="4489"/>
                    <a:pt x="10180" y="4466"/>
                  </a:cubicBezTo>
                  <a:cubicBezTo>
                    <a:pt x="10061" y="3918"/>
                    <a:pt x="9835" y="3382"/>
                    <a:pt x="9537" y="2906"/>
                  </a:cubicBezTo>
                  <a:lnTo>
                    <a:pt x="9537" y="2894"/>
                  </a:lnTo>
                  <a:lnTo>
                    <a:pt x="9859" y="2561"/>
                  </a:lnTo>
                  <a:cubicBezTo>
                    <a:pt x="10002" y="2430"/>
                    <a:pt x="10002" y="2215"/>
                    <a:pt x="9859" y="2084"/>
                  </a:cubicBezTo>
                  <a:lnTo>
                    <a:pt x="8894" y="1120"/>
                  </a:lnTo>
                  <a:cubicBezTo>
                    <a:pt x="8829" y="1054"/>
                    <a:pt x="8743" y="1022"/>
                    <a:pt x="8656" y="1022"/>
                  </a:cubicBezTo>
                  <a:cubicBezTo>
                    <a:pt x="8570" y="1022"/>
                    <a:pt x="8484" y="1054"/>
                    <a:pt x="8418" y="1120"/>
                  </a:cubicBezTo>
                  <a:lnTo>
                    <a:pt x="8097" y="1453"/>
                  </a:lnTo>
                  <a:lnTo>
                    <a:pt x="8073" y="1453"/>
                  </a:lnTo>
                  <a:cubicBezTo>
                    <a:pt x="7597" y="1132"/>
                    <a:pt x="7085" y="929"/>
                    <a:pt x="6513" y="810"/>
                  </a:cubicBezTo>
                  <a:cubicBezTo>
                    <a:pt x="6513" y="810"/>
                    <a:pt x="6501" y="810"/>
                    <a:pt x="6501" y="798"/>
                  </a:cubicBezTo>
                  <a:lnTo>
                    <a:pt x="6501" y="334"/>
                  </a:lnTo>
                  <a:cubicBezTo>
                    <a:pt x="6501" y="156"/>
                    <a:pt x="6346" y="1"/>
                    <a:pt x="61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667;p62"/>
            <p:cNvSpPr/>
            <p:nvPr/>
          </p:nvSpPr>
          <p:spPr>
            <a:xfrm>
              <a:off x="1373049" y="1574063"/>
              <a:ext cx="181544" cy="179730"/>
            </a:xfrm>
            <a:custGeom>
              <a:avLst/>
              <a:gdLst/>
              <a:ahLst/>
              <a:cxnLst/>
              <a:rect l="l" t="t" r="r" b="b"/>
              <a:pathLst>
                <a:path w="5704" h="5647" extrusionOk="0">
                  <a:moveTo>
                    <a:pt x="3449" y="0"/>
                  </a:moveTo>
                  <a:cubicBezTo>
                    <a:pt x="3399" y="0"/>
                    <a:pt x="3349" y="1"/>
                    <a:pt x="3299" y="3"/>
                  </a:cubicBezTo>
                  <a:cubicBezTo>
                    <a:pt x="2453" y="51"/>
                    <a:pt x="1644" y="408"/>
                    <a:pt x="1036" y="1003"/>
                  </a:cubicBezTo>
                  <a:cubicBezTo>
                    <a:pt x="429" y="1611"/>
                    <a:pt x="84" y="2396"/>
                    <a:pt x="48" y="3266"/>
                  </a:cubicBezTo>
                  <a:cubicBezTo>
                    <a:pt x="1" y="4111"/>
                    <a:pt x="262" y="4933"/>
                    <a:pt x="798" y="5587"/>
                  </a:cubicBezTo>
                  <a:cubicBezTo>
                    <a:pt x="834" y="5635"/>
                    <a:pt x="882" y="5647"/>
                    <a:pt x="917" y="5647"/>
                  </a:cubicBezTo>
                  <a:cubicBezTo>
                    <a:pt x="953" y="5647"/>
                    <a:pt x="1001" y="5635"/>
                    <a:pt x="1024" y="5623"/>
                  </a:cubicBezTo>
                  <a:cubicBezTo>
                    <a:pt x="1096" y="5564"/>
                    <a:pt x="1096" y="5456"/>
                    <a:pt x="1060" y="5397"/>
                  </a:cubicBezTo>
                  <a:cubicBezTo>
                    <a:pt x="584" y="4802"/>
                    <a:pt x="322" y="4051"/>
                    <a:pt x="370" y="3278"/>
                  </a:cubicBezTo>
                  <a:cubicBezTo>
                    <a:pt x="417" y="2504"/>
                    <a:pt x="727" y="1777"/>
                    <a:pt x="1274" y="1242"/>
                  </a:cubicBezTo>
                  <a:cubicBezTo>
                    <a:pt x="1834" y="694"/>
                    <a:pt x="2560" y="384"/>
                    <a:pt x="3322" y="337"/>
                  </a:cubicBezTo>
                  <a:cubicBezTo>
                    <a:pt x="3385" y="333"/>
                    <a:pt x="3447" y="331"/>
                    <a:pt x="3509" y="331"/>
                  </a:cubicBezTo>
                  <a:cubicBezTo>
                    <a:pt x="4215" y="331"/>
                    <a:pt x="4883" y="578"/>
                    <a:pt x="5430" y="1015"/>
                  </a:cubicBezTo>
                  <a:cubicBezTo>
                    <a:pt x="5461" y="1041"/>
                    <a:pt x="5496" y="1053"/>
                    <a:pt x="5531" y="1053"/>
                  </a:cubicBezTo>
                  <a:cubicBezTo>
                    <a:pt x="5577" y="1053"/>
                    <a:pt x="5622" y="1032"/>
                    <a:pt x="5656" y="992"/>
                  </a:cubicBezTo>
                  <a:cubicBezTo>
                    <a:pt x="5704" y="920"/>
                    <a:pt x="5680" y="813"/>
                    <a:pt x="5620" y="765"/>
                  </a:cubicBezTo>
                  <a:cubicBezTo>
                    <a:pt x="5005" y="262"/>
                    <a:pt x="4232" y="0"/>
                    <a:pt x="344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668;p62"/>
            <p:cNvSpPr/>
            <p:nvPr/>
          </p:nvSpPr>
          <p:spPr>
            <a:xfrm>
              <a:off x="1411338" y="1606368"/>
              <a:ext cx="182276" cy="186477"/>
            </a:xfrm>
            <a:custGeom>
              <a:avLst/>
              <a:gdLst/>
              <a:ahLst/>
              <a:cxnLst/>
              <a:rect l="l" t="t" r="r" b="b"/>
              <a:pathLst>
                <a:path w="5727" h="5859" extrusionOk="0">
                  <a:moveTo>
                    <a:pt x="3286" y="334"/>
                  </a:moveTo>
                  <a:lnTo>
                    <a:pt x="3286" y="1000"/>
                  </a:lnTo>
                  <a:cubicBezTo>
                    <a:pt x="3286" y="1108"/>
                    <a:pt x="3262" y="1227"/>
                    <a:pt x="3215" y="1310"/>
                  </a:cubicBezTo>
                  <a:lnTo>
                    <a:pt x="3143" y="1477"/>
                  </a:lnTo>
                  <a:cubicBezTo>
                    <a:pt x="3119" y="1501"/>
                    <a:pt x="3119" y="1524"/>
                    <a:pt x="3119" y="1548"/>
                  </a:cubicBezTo>
                  <a:lnTo>
                    <a:pt x="3119" y="1893"/>
                  </a:lnTo>
                  <a:cubicBezTo>
                    <a:pt x="3119" y="2132"/>
                    <a:pt x="3036" y="2358"/>
                    <a:pt x="2858" y="2524"/>
                  </a:cubicBezTo>
                  <a:cubicBezTo>
                    <a:pt x="2691" y="2679"/>
                    <a:pt x="2453" y="2775"/>
                    <a:pt x="2215" y="2775"/>
                  </a:cubicBezTo>
                  <a:cubicBezTo>
                    <a:pt x="1774" y="2763"/>
                    <a:pt x="1381" y="2346"/>
                    <a:pt x="1381" y="1846"/>
                  </a:cubicBezTo>
                  <a:lnTo>
                    <a:pt x="1381" y="1548"/>
                  </a:lnTo>
                  <a:cubicBezTo>
                    <a:pt x="1381" y="1524"/>
                    <a:pt x="1381" y="1501"/>
                    <a:pt x="1369" y="1477"/>
                  </a:cubicBezTo>
                  <a:lnTo>
                    <a:pt x="1262" y="1286"/>
                  </a:lnTo>
                  <a:cubicBezTo>
                    <a:pt x="1238" y="1203"/>
                    <a:pt x="1203" y="1131"/>
                    <a:pt x="1203" y="1048"/>
                  </a:cubicBezTo>
                  <a:lnTo>
                    <a:pt x="1203" y="1024"/>
                  </a:lnTo>
                  <a:cubicBezTo>
                    <a:pt x="1203" y="643"/>
                    <a:pt x="1524" y="334"/>
                    <a:pt x="1905" y="334"/>
                  </a:cubicBezTo>
                  <a:close/>
                  <a:moveTo>
                    <a:pt x="2608" y="3025"/>
                  </a:moveTo>
                  <a:cubicBezTo>
                    <a:pt x="2619" y="3084"/>
                    <a:pt x="2631" y="3132"/>
                    <a:pt x="2655" y="3179"/>
                  </a:cubicBezTo>
                  <a:lnTo>
                    <a:pt x="2512" y="3310"/>
                  </a:lnTo>
                  <a:cubicBezTo>
                    <a:pt x="2441" y="3382"/>
                    <a:pt x="2357" y="3417"/>
                    <a:pt x="2262" y="3417"/>
                  </a:cubicBezTo>
                  <a:cubicBezTo>
                    <a:pt x="2179" y="3417"/>
                    <a:pt x="2084" y="3382"/>
                    <a:pt x="2012" y="3310"/>
                  </a:cubicBezTo>
                  <a:lnTo>
                    <a:pt x="1881" y="3179"/>
                  </a:lnTo>
                  <a:cubicBezTo>
                    <a:pt x="1893" y="3132"/>
                    <a:pt x="1905" y="3084"/>
                    <a:pt x="1905" y="3025"/>
                  </a:cubicBezTo>
                  <a:cubicBezTo>
                    <a:pt x="2012" y="3060"/>
                    <a:pt x="2119" y="3084"/>
                    <a:pt x="2215" y="3084"/>
                  </a:cubicBezTo>
                  <a:lnTo>
                    <a:pt x="2250" y="3084"/>
                  </a:lnTo>
                  <a:cubicBezTo>
                    <a:pt x="2369" y="3084"/>
                    <a:pt x="2488" y="3072"/>
                    <a:pt x="2608" y="3025"/>
                  </a:cubicBezTo>
                  <a:close/>
                  <a:moveTo>
                    <a:pt x="2810" y="3441"/>
                  </a:moveTo>
                  <a:cubicBezTo>
                    <a:pt x="2858" y="3477"/>
                    <a:pt x="2905" y="3489"/>
                    <a:pt x="2941" y="3501"/>
                  </a:cubicBezTo>
                  <a:lnTo>
                    <a:pt x="3524" y="3667"/>
                  </a:lnTo>
                  <a:cubicBezTo>
                    <a:pt x="3679" y="3715"/>
                    <a:pt x="3774" y="3846"/>
                    <a:pt x="3774" y="4013"/>
                  </a:cubicBezTo>
                  <a:lnTo>
                    <a:pt x="3774" y="5108"/>
                  </a:lnTo>
                  <a:lnTo>
                    <a:pt x="3822" y="5108"/>
                  </a:lnTo>
                  <a:cubicBezTo>
                    <a:pt x="3703" y="5180"/>
                    <a:pt x="3584" y="5239"/>
                    <a:pt x="3453" y="5287"/>
                  </a:cubicBezTo>
                  <a:lnTo>
                    <a:pt x="3453" y="4310"/>
                  </a:lnTo>
                  <a:cubicBezTo>
                    <a:pt x="3453" y="4215"/>
                    <a:pt x="3381" y="4144"/>
                    <a:pt x="3286" y="4144"/>
                  </a:cubicBezTo>
                  <a:cubicBezTo>
                    <a:pt x="3203" y="4144"/>
                    <a:pt x="3119" y="4215"/>
                    <a:pt x="3119" y="4310"/>
                  </a:cubicBezTo>
                  <a:lnTo>
                    <a:pt x="3119" y="5394"/>
                  </a:lnTo>
                  <a:cubicBezTo>
                    <a:pt x="2881" y="5465"/>
                    <a:pt x="2655" y="5501"/>
                    <a:pt x="2405" y="5513"/>
                  </a:cubicBezTo>
                  <a:lnTo>
                    <a:pt x="2262" y="5513"/>
                  </a:lnTo>
                  <a:cubicBezTo>
                    <a:pt x="1965" y="5513"/>
                    <a:pt x="1667" y="5465"/>
                    <a:pt x="1381" y="5394"/>
                  </a:cubicBezTo>
                  <a:lnTo>
                    <a:pt x="1381" y="4310"/>
                  </a:lnTo>
                  <a:cubicBezTo>
                    <a:pt x="1381" y="4215"/>
                    <a:pt x="1310" y="4144"/>
                    <a:pt x="1214" y="4144"/>
                  </a:cubicBezTo>
                  <a:cubicBezTo>
                    <a:pt x="1131" y="4144"/>
                    <a:pt x="1060" y="4215"/>
                    <a:pt x="1060" y="4310"/>
                  </a:cubicBezTo>
                  <a:lnTo>
                    <a:pt x="1060" y="5287"/>
                  </a:lnTo>
                  <a:cubicBezTo>
                    <a:pt x="941" y="5227"/>
                    <a:pt x="798" y="5168"/>
                    <a:pt x="679" y="5108"/>
                  </a:cubicBezTo>
                  <a:lnTo>
                    <a:pt x="679" y="4013"/>
                  </a:lnTo>
                  <a:cubicBezTo>
                    <a:pt x="679" y="3846"/>
                    <a:pt x="786" y="3715"/>
                    <a:pt x="941" y="3667"/>
                  </a:cubicBezTo>
                  <a:lnTo>
                    <a:pt x="1512" y="3501"/>
                  </a:lnTo>
                  <a:cubicBezTo>
                    <a:pt x="1560" y="3489"/>
                    <a:pt x="1619" y="3477"/>
                    <a:pt x="1655" y="3441"/>
                  </a:cubicBezTo>
                  <a:lnTo>
                    <a:pt x="1750" y="3548"/>
                  </a:lnTo>
                  <a:cubicBezTo>
                    <a:pt x="1893" y="3679"/>
                    <a:pt x="2072" y="3739"/>
                    <a:pt x="2227" y="3739"/>
                  </a:cubicBezTo>
                  <a:cubicBezTo>
                    <a:pt x="2393" y="3739"/>
                    <a:pt x="2572" y="3679"/>
                    <a:pt x="2703" y="3548"/>
                  </a:cubicBezTo>
                  <a:lnTo>
                    <a:pt x="2810" y="3441"/>
                  </a:lnTo>
                  <a:close/>
                  <a:moveTo>
                    <a:pt x="1893" y="0"/>
                  </a:moveTo>
                  <a:cubicBezTo>
                    <a:pt x="1322" y="0"/>
                    <a:pt x="869" y="465"/>
                    <a:pt x="869" y="1024"/>
                  </a:cubicBezTo>
                  <a:lnTo>
                    <a:pt x="869" y="1048"/>
                  </a:lnTo>
                  <a:cubicBezTo>
                    <a:pt x="869" y="1179"/>
                    <a:pt x="893" y="1310"/>
                    <a:pt x="953" y="1429"/>
                  </a:cubicBezTo>
                  <a:lnTo>
                    <a:pt x="1048" y="1596"/>
                  </a:lnTo>
                  <a:lnTo>
                    <a:pt x="1048" y="1870"/>
                  </a:lnTo>
                  <a:cubicBezTo>
                    <a:pt x="1048" y="2286"/>
                    <a:pt x="1250" y="2655"/>
                    <a:pt x="1560" y="2882"/>
                  </a:cubicBezTo>
                  <a:lnTo>
                    <a:pt x="1560" y="3025"/>
                  </a:lnTo>
                  <a:cubicBezTo>
                    <a:pt x="1560" y="3096"/>
                    <a:pt x="1500" y="3179"/>
                    <a:pt x="1429" y="3203"/>
                  </a:cubicBezTo>
                  <a:lnTo>
                    <a:pt x="845" y="3370"/>
                  </a:lnTo>
                  <a:cubicBezTo>
                    <a:pt x="572" y="3453"/>
                    <a:pt x="357" y="3727"/>
                    <a:pt x="357" y="4025"/>
                  </a:cubicBezTo>
                  <a:lnTo>
                    <a:pt x="357" y="4906"/>
                  </a:lnTo>
                  <a:cubicBezTo>
                    <a:pt x="333" y="4882"/>
                    <a:pt x="310" y="4858"/>
                    <a:pt x="286" y="4846"/>
                  </a:cubicBezTo>
                  <a:cubicBezTo>
                    <a:pt x="255" y="4820"/>
                    <a:pt x="220" y="4808"/>
                    <a:pt x="185" y="4808"/>
                  </a:cubicBezTo>
                  <a:cubicBezTo>
                    <a:pt x="139" y="4808"/>
                    <a:pt x="93" y="4829"/>
                    <a:pt x="60" y="4870"/>
                  </a:cubicBezTo>
                  <a:cubicBezTo>
                    <a:pt x="0" y="4941"/>
                    <a:pt x="12" y="5037"/>
                    <a:pt x="95" y="5096"/>
                  </a:cubicBezTo>
                  <a:cubicBezTo>
                    <a:pt x="703" y="5584"/>
                    <a:pt x="1465" y="5858"/>
                    <a:pt x="2250" y="5858"/>
                  </a:cubicBezTo>
                  <a:lnTo>
                    <a:pt x="2417" y="5858"/>
                  </a:lnTo>
                  <a:cubicBezTo>
                    <a:pt x="3262" y="5811"/>
                    <a:pt x="4060" y="5453"/>
                    <a:pt x="4679" y="4858"/>
                  </a:cubicBezTo>
                  <a:cubicBezTo>
                    <a:pt x="5286" y="4251"/>
                    <a:pt x="5632" y="3453"/>
                    <a:pt x="5667" y="2596"/>
                  </a:cubicBezTo>
                  <a:cubicBezTo>
                    <a:pt x="5727" y="1727"/>
                    <a:pt x="5465" y="905"/>
                    <a:pt x="4929" y="262"/>
                  </a:cubicBezTo>
                  <a:cubicBezTo>
                    <a:pt x="4895" y="215"/>
                    <a:pt x="4846" y="194"/>
                    <a:pt x="4799" y="194"/>
                  </a:cubicBezTo>
                  <a:cubicBezTo>
                    <a:pt x="4763" y="194"/>
                    <a:pt x="4729" y="206"/>
                    <a:pt x="4703" y="227"/>
                  </a:cubicBezTo>
                  <a:cubicBezTo>
                    <a:pt x="4632" y="286"/>
                    <a:pt x="4632" y="393"/>
                    <a:pt x="4679" y="453"/>
                  </a:cubicBezTo>
                  <a:cubicBezTo>
                    <a:pt x="5155" y="1048"/>
                    <a:pt x="5405" y="1786"/>
                    <a:pt x="5358" y="2560"/>
                  </a:cubicBezTo>
                  <a:cubicBezTo>
                    <a:pt x="5310" y="3334"/>
                    <a:pt x="5001" y="4072"/>
                    <a:pt x="4453" y="4608"/>
                  </a:cubicBezTo>
                  <a:cubicBezTo>
                    <a:pt x="4346" y="4703"/>
                    <a:pt x="4239" y="4799"/>
                    <a:pt x="4143" y="4882"/>
                  </a:cubicBezTo>
                  <a:lnTo>
                    <a:pt x="4143" y="4013"/>
                  </a:lnTo>
                  <a:cubicBezTo>
                    <a:pt x="4143" y="3715"/>
                    <a:pt x="3929" y="3441"/>
                    <a:pt x="3643" y="3358"/>
                  </a:cubicBezTo>
                  <a:lnTo>
                    <a:pt x="3072" y="3191"/>
                  </a:lnTo>
                  <a:cubicBezTo>
                    <a:pt x="2989" y="3156"/>
                    <a:pt x="2929" y="3096"/>
                    <a:pt x="2929" y="3013"/>
                  </a:cubicBezTo>
                  <a:lnTo>
                    <a:pt x="2929" y="2882"/>
                  </a:lnTo>
                  <a:cubicBezTo>
                    <a:pt x="2989" y="2834"/>
                    <a:pt x="3036" y="2798"/>
                    <a:pt x="3084" y="2763"/>
                  </a:cubicBezTo>
                  <a:cubicBezTo>
                    <a:pt x="3322" y="2536"/>
                    <a:pt x="3441" y="2227"/>
                    <a:pt x="3441" y="1893"/>
                  </a:cubicBezTo>
                  <a:lnTo>
                    <a:pt x="3441" y="1596"/>
                  </a:lnTo>
                  <a:lnTo>
                    <a:pt x="3500" y="1465"/>
                  </a:lnTo>
                  <a:cubicBezTo>
                    <a:pt x="3572" y="1334"/>
                    <a:pt x="3596" y="1167"/>
                    <a:pt x="3596" y="1000"/>
                  </a:cubicBezTo>
                  <a:lnTo>
                    <a:pt x="3596" y="167"/>
                  </a:lnTo>
                  <a:cubicBezTo>
                    <a:pt x="3596" y="72"/>
                    <a:pt x="3524" y="0"/>
                    <a:pt x="3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669;p62"/>
            <p:cNvSpPr/>
            <p:nvPr/>
          </p:nvSpPr>
          <p:spPr>
            <a:xfrm>
              <a:off x="1461721" y="1634026"/>
              <a:ext cx="43986" cy="15564"/>
            </a:xfrm>
            <a:custGeom>
              <a:avLst/>
              <a:gdLst/>
              <a:ahLst/>
              <a:cxnLst/>
              <a:rect l="l" t="t" r="r" b="b"/>
              <a:pathLst>
                <a:path w="1382" h="489" extrusionOk="0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58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5"/>
                  </a:cubicBezTo>
                  <a:cubicBezTo>
                    <a:pt x="1382" y="322"/>
                    <a:pt x="1346" y="239"/>
                    <a:pt x="1263" y="191"/>
                  </a:cubicBezTo>
                  <a:cubicBezTo>
                    <a:pt x="894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9"/>
          <p:cNvPicPr preferRelativeResize="0"/>
          <p:nvPr/>
        </p:nvPicPr>
        <p:blipFill rotWithShape="1">
          <a:blip r:embed="rId3">
            <a:alphaModFix/>
          </a:blip>
          <a:srcRect l="25608" r="25613"/>
          <a:stretch/>
        </p:blipFill>
        <p:spPr>
          <a:xfrm>
            <a:off x="5381625" y="0"/>
            <a:ext cx="37623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9"/>
          <p:cNvSpPr/>
          <p:nvPr/>
        </p:nvSpPr>
        <p:spPr>
          <a:xfrm>
            <a:off x="4819650" y="1577400"/>
            <a:ext cx="2991000" cy="19887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/>
          </p:nvPr>
        </p:nvSpPr>
        <p:spPr>
          <a:xfrm>
            <a:off x="924075" y="2048963"/>
            <a:ext cx="34980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Importance of Online Reservations in the Hospitality Industry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1" name="Google Shape;171;p29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547" y="1928372"/>
            <a:ext cx="749206" cy="9396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22321" y="2653275"/>
            <a:ext cx="2288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rgbClr val="006600"/>
                </a:solidFill>
                <a:latin typeface="Edwardian Script ITC" panose="030303020407070D0804" pitchFamily="66" charset="0"/>
              </a:rPr>
              <a:t>LuxeStay</a:t>
            </a:r>
            <a:endParaRPr lang="en-US" sz="3200" dirty="0">
              <a:solidFill>
                <a:srgbClr val="006600"/>
              </a:solidFill>
              <a:latin typeface="Edwardian Script ITC" panose="030303020407070D08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ctrTitle" idx="6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WE ARE WORKING ON</a:t>
            </a:r>
            <a:endParaRPr/>
          </a:p>
        </p:txBody>
      </p:sp>
      <p:sp>
        <p:nvSpPr>
          <p:cNvPr id="177" name="Google Shape;177;p30"/>
          <p:cNvSpPr/>
          <p:nvPr/>
        </p:nvSpPr>
        <p:spPr>
          <a:xfrm>
            <a:off x="0" y="0"/>
            <a:ext cx="3607500" cy="26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3607486" y="-25500"/>
            <a:ext cx="3607500" cy="263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0"/>
          <p:cNvSpPr/>
          <p:nvPr/>
        </p:nvSpPr>
        <p:spPr>
          <a:xfrm>
            <a:off x="0" y="2632200"/>
            <a:ext cx="3607500" cy="251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0"/>
          <p:cNvSpPr/>
          <p:nvPr/>
        </p:nvSpPr>
        <p:spPr>
          <a:xfrm>
            <a:off x="3607473" y="2632200"/>
            <a:ext cx="3607500" cy="251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subTitle" idx="1"/>
          </p:nvPr>
        </p:nvSpPr>
        <p:spPr>
          <a:xfrm>
            <a:off x="188449" y="1410841"/>
            <a:ext cx="2924135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        Guests </a:t>
            </a:r>
            <a:r>
              <a:rPr lang="en-US" dirty="0"/>
              <a:t>can book </a:t>
            </a:r>
            <a:r>
              <a:rPr lang="en-US" dirty="0" smtClean="0"/>
              <a:t>accommodations anytime</a:t>
            </a:r>
            <a:r>
              <a:rPr lang="en-US" dirty="0"/>
              <a:t>, anywhere, using different devices.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82" name="Google Shape;182;p30"/>
          <p:cNvSpPr txBox="1">
            <a:spLocks noGrp="1"/>
          </p:cNvSpPr>
          <p:nvPr>
            <p:ph type="subTitle" idx="3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bg1"/>
                </a:solidFill>
              </a:rPr>
              <a:t>Reduces manual booking errors and streamlines reservation management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3" name="Google Shape;183;p30"/>
          <p:cNvSpPr txBox="1">
            <a:spLocks noGrp="1"/>
          </p:cNvSpPr>
          <p:nvPr>
            <p:ph type="subTitle" idx="5"/>
          </p:nvPr>
        </p:nvSpPr>
        <p:spPr>
          <a:xfrm>
            <a:off x="347072" y="3976627"/>
            <a:ext cx="3208255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Ensures accurate room availability, preventing overbooking issues.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84" name="Google Shape;184;p30"/>
          <p:cNvSpPr txBox="1">
            <a:spLocks noGrp="1"/>
          </p:cNvSpPr>
          <p:nvPr>
            <p:ph type="ctrTitle" idx="2"/>
          </p:nvPr>
        </p:nvSpPr>
        <p:spPr>
          <a:xfrm>
            <a:off x="4213664" y="604699"/>
            <a:ext cx="26979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Efficiency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5" name="Google Shape;185;p30"/>
          <p:cNvSpPr txBox="1">
            <a:spLocks noGrp="1"/>
          </p:cNvSpPr>
          <p:nvPr>
            <p:ph type="ctrTitle" idx="4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Real-time Availability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6" name="Google Shape;186;p30"/>
          <p:cNvSpPr txBox="1">
            <a:spLocks noGrp="1"/>
          </p:cNvSpPr>
          <p:nvPr>
            <p:ph type="ctrTitle"/>
          </p:nvPr>
        </p:nvSpPr>
        <p:spPr>
          <a:xfrm>
            <a:off x="624286" y="766141"/>
            <a:ext cx="287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Convenience &amp; Accessibility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7" name="Google Shape;187;p30"/>
          <p:cNvSpPr txBox="1">
            <a:spLocks noGrp="1"/>
          </p:cNvSpPr>
          <p:nvPr>
            <p:ph type="ctrTitle" idx="7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Competitive Advantage</a:t>
            </a:r>
            <a:endParaRPr dirty="0"/>
          </a:p>
        </p:txBody>
      </p:sp>
      <p:sp>
        <p:nvSpPr>
          <p:cNvPr id="188" name="Google Shape;188;p30"/>
          <p:cNvSpPr txBox="1">
            <a:spLocks noGrp="1"/>
          </p:cNvSpPr>
          <p:nvPr>
            <p:ph type="subTitle" idx="8"/>
          </p:nvPr>
        </p:nvSpPr>
        <p:spPr>
          <a:xfrm>
            <a:off x="3787994" y="3914208"/>
            <a:ext cx="301167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        Digital </a:t>
            </a:r>
            <a:r>
              <a:rPr lang="en-US" dirty="0"/>
              <a:t>reservation systems help guesthouses attract more customers and stay ahead in the market.</a:t>
            </a:r>
            <a:endParaRPr lang="en-US" dirty="0">
              <a:ea typeface="Calibri"/>
              <a:cs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24548" cy="3905250"/>
          </a:xfrm>
          <a:prstGeom prst="rect">
            <a:avLst/>
          </a:prstGeom>
        </p:spPr>
      </p:pic>
      <p:sp>
        <p:nvSpPr>
          <p:cNvPr id="193" name="Google Shape;193;p31"/>
          <p:cNvSpPr txBox="1">
            <a:spLocks noGrp="1"/>
          </p:cNvSpPr>
          <p:nvPr>
            <p:ph type="ctrTitle" idx="4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WE ARE WORKING ON</a:t>
            </a:r>
            <a:endParaRPr/>
          </a:p>
        </p:txBody>
      </p:sp>
      <p:sp>
        <p:nvSpPr>
          <p:cNvPr id="195" name="Google Shape;195;p31"/>
          <p:cNvSpPr/>
          <p:nvPr/>
        </p:nvSpPr>
        <p:spPr>
          <a:xfrm>
            <a:off x="4774" y="2632200"/>
            <a:ext cx="7215000" cy="251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subTitle" idx="1"/>
          </p:nvPr>
        </p:nvSpPr>
        <p:spPr>
          <a:xfrm>
            <a:off x="4240109" y="3553810"/>
            <a:ext cx="1800272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 smtClean="0">
                <a:solidFill>
                  <a:schemeClr val="bg1"/>
                </a:solidFill>
              </a:rPr>
              <a:t>         Implement </a:t>
            </a:r>
            <a:r>
              <a:rPr lang="en-US" b="1" dirty="0">
                <a:solidFill>
                  <a:schemeClr val="bg1"/>
                </a:solidFill>
              </a:rPr>
              <a:t>interactive features, such as a dynamic calendar, </a:t>
            </a:r>
            <a:r>
              <a:rPr lang="en-US" b="1" dirty="0" smtClean="0">
                <a:solidFill>
                  <a:schemeClr val="bg1"/>
                </a:solidFill>
              </a:rPr>
              <a:t>alerts, </a:t>
            </a:r>
            <a:r>
              <a:rPr lang="en-US" b="1" dirty="0">
                <a:solidFill>
                  <a:schemeClr val="bg1"/>
                </a:solidFill>
              </a:rPr>
              <a:t>and customer support.</a:t>
            </a:r>
          </a:p>
        </p:txBody>
      </p:sp>
      <p:sp>
        <p:nvSpPr>
          <p:cNvPr id="197" name="Google Shape;197;p31"/>
          <p:cNvSpPr txBox="1">
            <a:spLocks noGrp="1"/>
          </p:cNvSpPr>
          <p:nvPr>
            <p:ph type="subTitle" idx="3"/>
          </p:nvPr>
        </p:nvSpPr>
        <p:spPr>
          <a:xfrm>
            <a:off x="-119760" y="3617139"/>
            <a:ext cx="1844724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 smtClean="0">
                <a:solidFill>
                  <a:schemeClr val="bg1"/>
                </a:solidFill>
              </a:rPr>
              <a:t>         Ensure </a:t>
            </a:r>
            <a:r>
              <a:rPr lang="en-US" b="1" dirty="0">
                <a:solidFill>
                  <a:schemeClr val="bg1"/>
                </a:solidFill>
              </a:rPr>
              <a:t>secure authentication and data protection for users.</a:t>
            </a:r>
          </a:p>
        </p:txBody>
      </p:sp>
      <p:sp>
        <p:nvSpPr>
          <p:cNvPr id="201" name="Google Shape;201;p31"/>
          <p:cNvSpPr txBox="1">
            <a:spLocks noGrp="1"/>
          </p:cNvSpPr>
          <p:nvPr>
            <p:ph type="subTitle" idx="6"/>
          </p:nvPr>
        </p:nvSpPr>
        <p:spPr>
          <a:xfrm>
            <a:off x="1535125" y="3577734"/>
            <a:ext cx="1802102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 smtClean="0">
                <a:solidFill>
                  <a:schemeClr val="bg1"/>
                </a:solidFill>
              </a:rPr>
              <a:t>        Offer </a:t>
            </a:r>
            <a:r>
              <a:rPr lang="en-US" b="1" dirty="0">
                <a:solidFill>
                  <a:schemeClr val="bg1"/>
                </a:solidFill>
              </a:rPr>
              <a:t>real-time availability updates to prevent overbookings.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202" name="Google Shape;202;p31"/>
          <p:cNvSpPr/>
          <p:nvPr/>
        </p:nvSpPr>
        <p:spPr>
          <a:xfrm rot="10800000" flipH="1">
            <a:off x="0" y="2424900"/>
            <a:ext cx="7215000" cy="20730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Rectangle 16" descr="Stopwatch"/>
          <p:cNvSpPr/>
          <p:nvPr/>
        </p:nvSpPr>
        <p:spPr>
          <a:xfrm>
            <a:off x="2035745" y="2726520"/>
            <a:ext cx="810000" cy="81000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dgm="http://schemas.openxmlformats.org/drawingml/2006/diagram" xmlns:asvg="http://schemas.microsoft.com/office/drawing/2016/SVG/main" xmlns:lc="http://schemas.openxmlformats.org/drawingml/2006/lockedCanvas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3337227" y="3595024"/>
            <a:ext cx="11862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Catamaran Light"/>
              </a:rPr>
              <a:t>Enable efficient management tools for administrators to oversee properties and reservations.</a:t>
            </a:r>
          </a:p>
          <a:p>
            <a:endParaRPr lang="en-US" dirty="0"/>
          </a:p>
        </p:txBody>
      </p:sp>
      <p:sp>
        <p:nvSpPr>
          <p:cNvPr id="21" name="Rectangle 20" descr="Monthly calendar"/>
          <p:cNvSpPr/>
          <p:nvPr/>
        </p:nvSpPr>
        <p:spPr>
          <a:xfrm>
            <a:off x="4684567" y="2743809"/>
            <a:ext cx="810000" cy="81000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dgm="http://schemas.openxmlformats.org/drawingml/2006/diagram" xmlns:asvg="http://schemas.microsoft.com/office/drawing/2016/SVG/main" xmlns:lc="http://schemas.openxmlformats.org/drawingml/2006/lockedCanvas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TextBox 5"/>
          <p:cNvSpPr txBox="1"/>
          <p:nvPr/>
        </p:nvSpPr>
        <p:spPr>
          <a:xfrm>
            <a:off x="6115152" y="3634112"/>
            <a:ext cx="988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Catamaran Light"/>
              </a:rPr>
              <a:t>Provide a user-friendly interface for seamless reservations.</a:t>
            </a:r>
          </a:p>
          <a:p>
            <a:endParaRPr lang="en-US" sz="1000" dirty="0">
              <a:solidFill>
                <a:schemeClr val="bg1"/>
              </a:solidFill>
              <a:latin typeface="Catamaran Light"/>
            </a:endParaRPr>
          </a:p>
        </p:txBody>
      </p:sp>
      <p:grpSp>
        <p:nvGrpSpPr>
          <p:cNvPr id="28" name="Google Shape;3763;p60"/>
          <p:cNvGrpSpPr/>
          <p:nvPr/>
        </p:nvGrpSpPr>
        <p:grpSpPr>
          <a:xfrm>
            <a:off x="6210208" y="2921592"/>
            <a:ext cx="590642" cy="513758"/>
            <a:chOff x="1958520" y="2302574"/>
            <a:chExt cx="359213" cy="327807"/>
          </a:xfrm>
        </p:grpSpPr>
        <p:sp>
          <p:nvSpPr>
            <p:cNvPr id="29" name="Google Shape;3764;p60"/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65;p60"/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66;p60"/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5557;p63"/>
          <p:cNvGrpSpPr/>
          <p:nvPr/>
        </p:nvGrpSpPr>
        <p:grpSpPr>
          <a:xfrm>
            <a:off x="647700" y="2921592"/>
            <a:ext cx="577850" cy="513757"/>
            <a:chOff x="1310655" y="3360527"/>
            <a:chExt cx="306314" cy="347403"/>
          </a:xfrm>
          <a:solidFill>
            <a:srgbClr val="00B0F0"/>
          </a:solidFill>
        </p:grpSpPr>
        <p:sp>
          <p:nvSpPr>
            <p:cNvPr id="33" name="Google Shape;5558;p63"/>
            <p:cNvSpPr/>
            <p:nvPr/>
          </p:nvSpPr>
          <p:spPr>
            <a:xfrm>
              <a:off x="1440416" y="3531630"/>
              <a:ext cx="151652" cy="176299"/>
            </a:xfrm>
            <a:custGeom>
              <a:avLst/>
              <a:gdLst/>
              <a:ahLst/>
              <a:cxnLst/>
              <a:rect l="l" t="t" r="r" b="b"/>
              <a:pathLst>
                <a:path w="4787" h="5565" extrusionOk="0">
                  <a:moveTo>
                    <a:pt x="1851" y="0"/>
                  </a:moveTo>
                  <a:cubicBezTo>
                    <a:pt x="1838" y="0"/>
                    <a:pt x="1824" y="2"/>
                    <a:pt x="1810" y="4"/>
                  </a:cubicBezTo>
                  <a:cubicBezTo>
                    <a:pt x="1751" y="28"/>
                    <a:pt x="1715" y="52"/>
                    <a:pt x="1691" y="112"/>
                  </a:cubicBezTo>
                  <a:lnTo>
                    <a:pt x="1275" y="1255"/>
                  </a:lnTo>
                  <a:cubicBezTo>
                    <a:pt x="429" y="1767"/>
                    <a:pt x="1" y="2731"/>
                    <a:pt x="191" y="3695"/>
                  </a:cubicBezTo>
                  <a:cubicBezTo>
                    <a:pt x="310" y="4314"/>
                    <a:pt x="667" y="4826"/>
                    <a:pt x="1179" y="5172"/>
                  </a:cubicBezTo>
                  <a:cubicBezTo>
                    <a:pt x="1560" y="5422"/>
                    <a:pt x="2013" y="5565"/>
                    <a:pt x="2453" y="5565"/>
                  </a:cubicBezTo>
                  <a:cubicBezTo>
                    <a:pt x="2608" y="5565"/>
                    <a:pt x="2751" y="5541"/>
                    <a:pt x="2918" y="5517"/>
                  </a:cubicBezTo>
                  <a:cubicBezTo>
                    <a:pt x="3799" y="5338"/>
                    <a:pt x="4489" y="4672"/>
                    <a:pt x="4715" y="3803"/>
                  </a:cubicBezTo>
                  <a:cubicBezTo>
                    <a:pt x="4727" y="3719"/>
                    <a:pt x="4692" y="3624"/>
                    <a:pt x="4596" y="3612"/>
                  </a:cubicBezTo>
                  <a:cubicBezTo>
                    <a:pt x="4586" y="3611"/>
                    <a:pt x="4576" y="3610"/>
                    <a:pt x="4565" y="3610"/>
                  </a:cubicBezTo>
                  <a:cubicBezTo>
                    <a:pt x="4491" y="3610"/>
                    <a:pt x="4416" y="3648"/>
                    <a:pt x="4406" y="3731"/>
                  </a:cubicBezTo>
                  <a:cubicBezTo>
                    <a:pt x="4215" y="4469"/>
                    <a:pt x="3620" y="5053"/>
                    <a:pt x="2858" y="5207"/>
                  </a:cubicBezTo>
                  <a:cubicBezTo>
                    <a:pt x="2728" y="5231"/>
                    <a:pt x="2597" y="5243"/>
                    <a:pt x="2468" y="5243"/>
                  </a:cubicBezTo>
                  <a:cubicBezTo>
                    <a:pt x="2075" y="5243"/>
                    <a:pt x="1692" y="5134"/>
                    <a:pt x="1370" y="4910"/>
                  </a:cubicBezTo>
                  <a:cubicBezTo>
                    <a:pt x="917" y="4612"/>
                    <a:pt x="620" y="4160"/>
                    <a:pt x="524" y="3636"/>
                  </a:cubicBezTo>
                  <a:cubicBezTo>
                    <a:pt x="346" y="2790"/>
                    <a:pt x="739" y="1933"/>
                    <a:pt x="1501" y="1517"/>
                  </a:cubicBezTo>
                  <a:cubicBezTo>
                    <a:pt x="1537" y="1493"/>
                    <a:pt x="1560" y="1469"/>
                    <a:pt x="1572" y="1421"/>
                  </a:cubicBezTo>
                  <a:lnTo>
                    <a:pt x="1918" y="469"/>
                  </a:lnTo>
                  <a:lnTo>
                    <a:pt x="2608" y="1219"/>
                  </a:lnTo>
                  <a:cubicBezTo>
                    <a:pt x="2632" y="1243"/>
                    <a:pt x="2668" y="1255"/>
                    <a:pt x="2703" y="1255"/>
                  </a:cubicBezTo>
                  <a:cubicBezTo>
                    <a:pt x="3572" y="1362"/>
                    <a:pt x="4275" y="2005"/>
                    <a:pt x="4430" y="2850"/>
                  </a:cubicBezTo>
                  <a:cubicBezTo>
                    <a:pt x="4454" y="2945"/>
                    <a:pt x="4465" y="3041"/>
                    <a:pt x="4465" y="3136"/>
                  </a:cubicBezTo>
                  <a:cubicBezTo>
                    <a:pt x="4465" y="3209"/>
                    <a:pt x="4521" y="3283"/>
                    <a:pt x="4599" y="3283"/>
                  </a:cubicBezTo>
                  <a:cubicBezTo>
                    <a:pt x="4610" y="3283"/>
                    <a:pt x="4621" y="3281"/>
                    <a:pt x="4632" y="3279"/>
                  </a:cubicBezTo>
                  <a:cubicBezTo>
                    <a:pt x="4715" y="3279"/>
                    <a:pt x="4787" y="3207"/>
                    <a:pt x="4775" y="3124"/>
                  </a:cubicBezTo>
                  <a:cubicBezTo>
                    <a:pt x="4775" y="3017"/>
                    <a:pt x="4763" y="2898"/>
                    <a:pt x="4727" y="2790"/>
                  </a:cubicBezTo>
                  <a:cubicBezTo>
                    <a:pt x="4537" y="1826"/>
                    <a:pt x="3763" y="1100"/>
                    <a:pt x="2787" y="945"/>
                  </a:cubicBezTo>
                  <a:lnTo>
                    <a:pt x="1965" y="52"/>
                  </a:lnTo>
                  <a:cubicBezTo>
                    <a:pt x="1929" y="16"/>
                    <a:pt x="1892" y="0"/>
                    <a:pt x="1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559;p63"/>
            <p:cNvSpPr/>
            <p:nvPr/>
          </p:nvSpPr>
          <p:spPr>
            <a:xfrm>
              <a:off x="1486447" y="3589478"/>
              <a:ext cx="64152" cy="75842"/>
            </a:xfrm>
            <a:custGeom>
              <a:avLst/>
              <a:gdLst/>
              <a:ahLst/>
              <a:cxnLst/>
              <a:rect l="l" t="t" r="r" b="b"/>
              <a:pathLst>
                <a:path w="2025" h="2394" extrusionOk="0">
                  <a:moveTo>
                    <a:pt x="1691" y="1179"/>
                  </a:moveTo>
                  <a:lnTo>
                    <a:pt x="1691" y="2084"/>
                  </a:lnTo>
                  <a:lnTo>
                    <a:pt x="298" y="2084"/>
                  </a:lnTo>
                  <a:lnTo>
                    <a:pt x="298" y="1179"/>
                  </a:lnTo>
                  <a:close/>
                  <a:moveTo>
                    <a:pt x="1012" y="0"/>
                  </a:moveTo>
                  <a:cubicBezTo>
                    <a:pt x="715" y="0"/>
                    <a:pt x="476" y="238"/>
                    <a:pt x="476" y="536"/>
                  </a:cubicBezTo>
                  <a:lnTo>
                    <a:pt x="476" y="845"/>
                  </a:lnTo>
                  <a:lnTo>
                    <a:pt x="167" y="845"/>
                  </a:lnTo>
                  <a:cubicBezTo>
                    <a:pt x="84" y="845"/>
                    <a:pt x="0" y="917"/>
                    <a:pt x="0" y="1012"/>
                  </a:cubicBezTo>
                  <a:lnTo>
                    <a:pt x="0" y="2227"/>
                  </a:lnTo>
                  <a:cubicBezTo>
                    <a:pt x="0" y="2322"/>
                    <a:pt x="84" y="2393"/>
                    <a:pt x="167" y="2393"/>
                  </a:cubicBezTo>
                  <a:lnTo>
                    <a:pt x="1869" y="2393"/>
                  </a:lnTo>
                  <a:cubicBezTo>
                    <a:pt x="1953" y="2393"/>
                    <a:pt x="2024" y="2322"/>
                    <a:pt x="2024" y="2227"/>
                  </a:cubicBezTo>
                  <a:lnTo>
                    <a:pt x="2024" y="1012"/>
                  </a:lnTo>
                  <a:cubicBezTo>
                    <a:pt x="2012" y="917"/>
                    <a:pt x="1941" y="845"/>
                    <a:pt x="1846" y="845"/>
                  </a:cubicBezTo>
                  <a:lnTo>
                    <a:pt x="774" y="845"/>
                  </a:lnTo>
                  <a:lnTo>
                    <a:pt x="774" y="536"/>
                  </a:lnTo>
                  <a:cubicBezTo>
                    <a:pt x="774" y="417"/>
                    <a:pt x="881" y="310"/>
                    <a:pt x="1000" y="310"/>
                  </a:cubicBezTo>
                  <a:cubicBezTo>
                    <a:pt x="1119" y="310"/>
                    <a:pt x="1227" y="417"/>
                    <a:pt x="1227" y="536"/>
                  </a:cubicBezTo>
                  <a:cubicBezTo>
                    <a:pt x="1227" y="619"/>
                    <a:pt x="1298" y="703"/>
                    <a:pt x="1393" y="703"/>
                  </a:cubicBezTo>
                  <a:cubicBezTo>
                    <a:pt x="1477" y="703"/>
                    <a:pt x="1548" y="619"/>
                    <a:pt x="1548" y="536"/>
                  </a:cubicBezTo>
                  <a:cubicBezTo>
                    <a:pt x="1548" y="238"/>
                    <a:pt x="131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560;p63"/>
            <p:cNvSpPr/>
            <p:nvPr/>
          </p:nvSpPr>
          <p:spPr>
            <a:xfrm>
              <a:off x="1310655" y="3360527"/>
              <a:ext cx="306314" cy="334572"/>
            </a:xfrm>
            <a:custGeom>
              <a:avLst/>
              <a:gdLst/>
              <a:ahLst/>
              <a:cxnLst/>
              <a:rect l="l" t="t" r="r" b="b"/>
              <a:pathLst>
                <a:path w="9669" h="10561" extrusionOk="0">
                  <a:moveTo>
                    <a:pt x="2430" y="7941"/>
                  </a:moveTo>
                  <a:lnTo>
                    <a:pt x="3120" y="8644"/>
                  </a:lnTo>
                  <a:lnTo>
                    <a:pt x="2989" y="8775"/>
                  </a:lnTo>
                  <a:lnTo>
                    <a:pt x="2656" y="8430"/>
                  </a:lnTo>
                  <a:cubicBezTo>
                    <a:pt x="2626" y="8400"/>
                    <a:pt x="2585" y="8385"/>
                    <a:pt x="2543" y="8385"/>
                  </a:cubicBezTo>
                  <a:cubicBezTo>
                    <a:pt x="2501" y="8385"/>
                    <a:pt x="2459" y="8400"/>
                    <a:pt x="2430" y="8430"/>
                  </a:cubicBezTo>
                  <a:lnTo>
                    <a:pt x="2073" y="8787"/>
                  </a:lnTo>
                  <a:cubicBezTo>
                    <a:pt x="2037" y="8823"/>
                    <a:pt x="2025" y="8858"/>
                    <a:pt x="2025" y="8906"/>
                  </a:cubicBezTo>
                  <a:cubicBezTo>
                    <a:pt x="2025" y="8953"/>
                    <a:pt x="2037" y="9001"/>
                    <a:pt x="2073" y="9025"/>
                  </a:cubicBezTo>
                  <a:lnTo>
                    <a:pt x="2418" y="9370"/>
                  </a:lnTo>
                  <a:lnTo>
                    <a:pt x="2275" y="9501"/>
                  </a:lnTo>
                  <a:lnTo>
                    <a:pt x="1942" y="9156"/>
                  </a:lnTo>
                  <a:cubicBezTo>
                    <a:pt x="1912" y="9126"/>
                    <a:pt x="1870" y="9111"/>
                    <a:pt x="1828" y="9111"/>
                  </a:cubicBezTo>
                  <a:cubicBezTo>
                    <a:pt x="1787" y="9111"/>
                    <a:pt x="1745" y="9126"/>
                    <a:pt x="1715" y="9156"/>
                  </a:cubicBezTo>
                  <a:lnTo>
                    <a:pt x="1358" y="9513"/>
                  </a:lnTo>
                  <a:cubicBezTo>
                    <a:pt x="1322" y="9549"/>
                    <a:pt x="1311" y="9585"/>
                    <a:pt x="1311" y="9632"/>
                  </a:cubicBezTo>
                  <a:cubicBezTo>
                    <a:pt x="1311" y="9680"/>
                    <a:pt x="1322" y="9727"/>
                    <a:pt x="1358" y="9751"/>
                  </a:cubicBezTo>
                  <a:lnTo>
                    <a:pt x="1703" y="10096"/>
                  </a:lnTo>
                  <a:lnTo>
                    <a:pt x="1584" y="10192"/>
                  </a:lnTo>
                  <a:lnTo>
                    <a:pt x="882" y="9489"/>
                  </a:lnTo>
                  <a:lnTo>
                    <a:pt x="2430" y="7941"/>
                  </a:lnTo>
                  <a:close/>
                  <a:moveTo>
                    <a:pt x="6496" y="1"/>
                  </a:moveTo>
                  <a:cubicBezTo>
                    <a:pt x="5951" y="1"/>
                    <a:pt x="5469" y="199"/>
                    <a:pt x="5121" y="548"/>
                  </a:cubicBezTo>
                  <a:cubicBezTo>
                    <a:pt x="4704" y="964"/>
                    <a:pt x="4513" y="1572"/>
                    <a:pt x="4597" y="2238"/>
                  </a:cubicBezTo>
                  <a:cubicBezTo>
                    <a:pt x="4656" y="2727"/>
                    <a:pt x="4871" y="3227"/>
                    <a:pt x="5180" y="3655"/>
                  </a:cubicBezTo>
                  <a:lnTo>
                    <a:pt x="3501" y="5334"/>
                  </a:lnTo>
                  <a:cubicBezTo>
                    <a:pt x="3442" y="5394"/>
                    <a:pt x="3442" y="5501"/>
                    <a:pt x="3501" y="5560"/>
                  </a:cubicBezTo>
                  <a:cubicBezTo>
                    <a:pt x="3525" y="5584"/>
                    <a:pt x="3573" y="5608"/>
                    <a:pt x="3620" y="5608"/>
                  </a:cubicBezTo>
                  <a:cubicBezTo>
                    <a:pt x="3668" y="5608"/>
                    <a:pt x="3704" y="5584"/>
                    <a:pt x="3739" y="5560"/>
                  </a:cubicBezTo>
                  <a:lnTo>
                    <a:pt x="5406" y="3893"/>
                  </a:lnTo>
                  <a:cubicBezTo>
                    <a:pt x="5454" y="3953"/>
                    <a:pt x="5502" y="4000"/>
                    <a:pt x="5549" y="4060"/>
                  </a:cubicBezTo>
                  <a:cubicBezTo>
                    <a:pt x="5609" y="4120"/>
                    <a:pt x="5656" y="4155"/>
                    <a:pt x="5716" y="4203"/>
                  </a:cubicBezTo>
                  <a:lnTo>
                    <a:pt x="2334" y="7584"/>
                  </a:lnTo>
                  <a:lnTo>
                    <a:pt x="691" y="9239"/>
                  </a:lnTo>
                  <a:lnTo>
                    <a:pt x="370" y="8918"/>
                  </a:lnTo>
                  <a:lnTo>
                    <a:pt x="3299" y="5989"/>
                  </a:lnTo>
                  <a:cubicBezTo>
                    <a:pt x="3358" y="5929"/>
                    <a:pt x="3358" y="5822"/>
                    <a:pt x="3299" y="5763"/>
                  </a:cubicBezTo>
                  <a:cubicBezTo>
                    <a:pt x="3275" y="5733"/>
                    <a:pt x="3236" y="5718"/>
                    <a:pt x="3196" y="5718"/>
                  </a:cubicBezTo>
                  <a:cubicBezTo>
                    <a:pt x="3156" y="5718"/>
                    <a:pt x="3114" y="5733"/>
                    <a:pt x="3085" y="5763"/>
                  </a:cubicBezTo>
                  <a:lnTo>
                    <a:pt x="48" y="8799"/>
                  </a:lnTo>
                  <a:cubicBezTo>
                    <a:pt x="13" y="8834"/>
                    <a:pt x="1" y="8882"/>
                    <a:pt x="1" y="8918"/>
                  </a:cubicBezTo>
                  <a:cubicBezTo>
                    <a:pt x="1" y="8965"/>
                    <a:pt x="13" y="9013"/>
                    <a:pt x="48" y="9037"/>
                  </a:cubicBezTo>
                  <a:lnTo>
                    <a:pt x="596" y="9585"/>
                  </a:lnTo>
                  <a:lnTo>
                    <a:pt x="1513" y="10513"/>
                  </a:lnTo>
                  <a:cubicBezTo>
                    <a:pt x="1549" y="10549"/>
                    <a:pt x="1596" y="10561"/>
                    <a:pt x="1632" y="10561"/>
                  </a:cubicBezTo>
                  <a:cubicBezTo>
                    <a:pt x="1680" y="10561"/>
                    <a:pt x="1727" y="10537"/>
                    <a:pt x="1763" y="10513"/>
                  </a:cubicBezTo>
                  <a:lnTo>
                    <a:pt x="2108" y="10156"/>
                  </a:lnTo>
                  <a:cubicBezTo>
                    <a:pt x="2144" y="10120"/>
                    <a:pt x="2156" y="10085"/>
                    <a:pt x="2156" y="10037"/>
                  </a:cubicBezTo>
                  <a:cubicBezTo>
                    <a:pt x="2156" y="9989"/>
                    <a:pt x="2144" y="9954"/>
                    <a:pt x="2108" y="9918"/>
                  </a:cubicBezTo>
                  <a:lnTo>
                    <a:pt x="1775" y="9573"/>
                  </a:lnTo>
                  <a:lnTo>
                    <a:pt x="1906" y="9442"/>
                  </a:lnTo>
                  <a:lnTo>
                    <a:pt x="2251" y="9787"/>
                  </a:lnTo>
                  <a:cubicBezTo>
                    <a:pt x="2281" y="9817"/>
                    <a:pt x="2320" y="9832"/>
                    <a:pt x="2358" y="9832"/>
                  </a:cubicBezTo>
                  <a:cubicBezTo>
                    <a:pt x="2397" y="9832"/>
                    <a:pt x="2436" y="9817"/>
                    <a:pt x="2465" y="9787"/>
                  </a:cubicBezTo>
                  <a:lnTo>
                    <a:pt x="2823" y="9430"/>
                  </a:lnTo>
                  <a:cubicBezTo>
                    <a:pt x="2858" y="9394"/>
                    <a:pt x="2870" y="9358"/>
                    <a:pt x="2870" y="9311"/>
                  </a:cubicBezTo>
                  <a:cubicBezTo>
                    <a:pt x="2870" y="9263"/>
                    <a:pt x="2858" y="9215"/>
                    <a:pt x="2823" y="9192"/>
                  </a:cubicBezTo>
                  <a:lnTo>
                    <a:pt x="2489" y="8846"/>
                  </a:lnTo>
                  <a:lnTo>
                    <a:pt x="2620" y="8715"/>
                  </a:lnTo>
                  <a:lnTo>
                    <a:pt x="2966" y="9061"/>
                  </a:lnTo>
                  <a:cubicBezTo>
                    <a:pt x="2995" y="9090"/>
                    <a:pt x="3034" y="9105"/>
                    <a:pt x="3073" y="9105"/>
                  </a:cubicBezTo>
                  <a:cubicBezTo>
                    <a:pt x="3111" y="9105"/>
                    <a:pt x="3150" y="9090"/>
                    <a:pt x="3180" y="9061"/>
                  </a:cubicBezTo>
                  <a:lnTo>
                    <a:pt x="3537" y="8703"/>
                  </a:lnTo>
                  <a:cubicBezTo>
                    <a:pt x="3597" y="8644"/>
                    <a:pt x="3597" y="8537"/>
                    <a:pt x="3537" y="8477"/>
                  </a:cubicBezTo>
                  <a:lnTo>
                    <a:pt x="2727" y="7656"/>
                  </a:lnTo>
                  <a:lnTo>
                    <a:pt x="6014" y="4370"/>
                  </a:lnTo>
                  <a:cubicBezTo>
                    <a:pt x="6549" y="4751"/>
                    <a:pt x="7168" y="4977"/>
                    <a:pt x="7752" y="4977"/>
                  </a:cubicBezTo>
                  <a:cubicBezTo>
                    <a:pt x="8026" y="4977"/>
                    <a:pt x="8276" y="4929"/>
                    <a:pt x="8514" y="4846"/>
                  </a:cubicBezTo>
                  <a:cubicBezTo>
                    <a:pt x="8597" y="4810"/>
                    <a:pt x="8633" y="4727"/>
                    <a:pt x="8597" y="4632"/>
                  </a:cubicBezTo>
                  <a:cubicBezTo>
                    <a:pt x="8580" y="4570"/>
                    <a:pt x="8523" y="4534"/>
                    <a:pt x="8461" y="4534"/>
                  </a:cubicBezTo>
                  <a:cubicBezTo>
                    <a:pt x="8439" y="4534"/>
                    <a:pt x="8417" y="4539"/>
                    <a:pt x="8395" y="4548"/>
                  </a:cubicBezTo>
                  <a:cubicBezTo>
                    <a:pt x="8192" y="4625"/>
                    <a:pt x="7973" y="4662"/>
                    <a:pt x="7746" y="4662"/>
                  </a:cubicBezTo>
                  <a:cubicBezTo>
                    <a:pt x="7093" y="4662"/>
                    <a:pt x="6380" y="4355"/>
                    <a:pt x="5823" y="3798"/>
                  </a:cubicBezTo>
                  <a:cubicBezTo>
                    <a:pt x="4847" y="2834"/>
                    <a:pt x="4668" y="1453"/>
                    <a:pt x="5406" y="726"/>
                  </a:cubicBezTo>
                  <a:cubicBezTo>
                    <a:pt x="5707" y="421"/>
                    <a:pt x="6119" y="272"/>
                    <a:pt x="6568" y="272"/>
                  </a:cubicBezTo>
                  <a:cubicBezTo>
                    <a:pt x="7204" y="272"/>
                    <a:pt x="7913" y="571"/>
                    <a:pt x="8478" y="1143"/>
                  </a:cubicBezTo>
                  <a:cubicBezTo>
                    <a:pt x="9454" y="2107"/>
                    <a:pt x="9633" y="3489"/>
                    <a:pt x="8895" y="4215"/>
                  </a:cubicBezTo>
                  <a:lnTo>
                    <a:pt x="8883" y="4239"/>
                  </a:lnTo>
                  <a:cubicBezTo>
                    <a:pt x="8823" y="4298"/>
                    <a:pt x="8823" y="4393"/>
                    <a:pt x="8883" y="4453"/>
                  </a:cubicBezTo>
                  <a:cubicBezTo>
                    <a:pt x="8913" y="4483"/>
                    <a:pt x="8954" y="4498"/>
                    <a:pt x="8996" y="4498"/>
                  </a:cubicBezTo>
                  <a:cubicBezTo>
                    <a:pt x="9038" y="4498"/>
                    <a:pt x="9079" y="4483"/>
                    <a:pt x="9109" y="4453"/>
                  </a:cubicBezTo>
                  <a:lnTo>
                    <a:pt x="9121" y="4441"/>
                  </a:lnTo>
                  <a:cubicBezTo>
                    <a:pt x="9502" y="4072"/>
                    <a:pt x="9669" y="3465"/>
                    <a:pt x="9585" y="2786"/>
                  </a:cubicBezTo>
                  <a:cubicBezTo>
                    <a:pt x="9502" y="2131"/>
                    <a:pt x="9169" y="1476"/>
                    <a:pt x="8645" y="964"/>
                  </a:cubicBezTo>
                  <a:cubicBezTo>
                    <a:pt x="8133" y="441"/>
                    <a:pt x="7478" y="95"/>
                    <a:pt x="6823" y="24"/>
                  </a:cubicBezTo>
                  <a:cubicBezTo>
                    <a:pt x="6712" y="8"/>
                    <a:pt x="6603" y="1"/>
                    <a:pt x="64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561;p63"/>
            <p:cNvSpPr/>
            <p:nvPr/>
          </p:nvSpPr>
          <p:spPr>
            <a:xfrm>
              <a:off x="1474377" y="3380453"/>
              <a:ext cx="122221" cy="118895"/>
            </a:xfrm>
            <a:custGeom>
              <a:avLst/>
              <a:gdLst/>
              <a:ahLst/>
              <a:cxnLst/>
              <a:rect l="l" t="t" r="r" b="b"/>
              <a:pathLst>
                <a:path w="3858" h="3753" extrusionOk="0">
                  <a:moveTo>
                    <a:pt x="1488" y="312"/>
                  </a:moveTo>
                  <a:cubicBezTo>
                    <a:pt x="1953" y="312"/>
                    <a:pt x="2453" y="526"/>
                    <a:pt x="2858" y="943"/>
                  </a:cubicBezTo>
                  <a:cubicBezTo>
                    <a:pt x="3536" y="1621"/>
                    <a:pt x="3691" y="2609"/>
                    <a:pt x="3167" y="3133"/>
                  </a:cubicBezTo>
                  <a:cubicBezTo>
                    <a:pt x="2965" y="3336"/>
                    <a:pt x="2667" y="3443"/>
                    <a:pt x="2346" y="3443"/>
                  </a:cubicBezTo>
                  <a:cubicBezTo>
                    <a:pt x="1881" y="3443"/>
                    <a:pt x="1381" y="3229"/>
                    <a:pt x="976" y="2812"/>
                  </a:cubicBezTo>
                  <a:cubicBezTo>
                    <a:pt x="631" y="2479"/>
                    <a:pt x="429" y="2050"/>
                    <a:pt x="369" y="1645"/>
                  </a:cubicBezTo>
                  <a:cubicBezTo>
                    <a:pt x="322" y="1240"/>
                    <a:pt x="429" y="883"/>
                    <a:pt x="667" y="633"/>
                  </a:cubicBezTo>
                  <a:cubicBezTo>
                    <a:pt x="869" y="419"/>
                    <a:pt x="1167" y="312"/>
                    <a:pt x="1488" y="312"/>
                  </a:cubicBezTo>
                  <a:close/>
                  <a:moveTo>
                    <a:pt x="1518" y="1"/>
                  </a:moveTo>
                  <a:cubicBezTo>
                    <a:pt x="1106" y="1"/>
                    <a:pt x="738" y="143"/>
                    <a:pt x="465" y="407"/>
                  </a:cubicBezTo>
                  <a:cubicBezTo>
                    <a:pt x="143" y="716"/>
                    <a:pt x="0" y="1181"/>
                    <a:pt x="72" y="1681"/>
                  </a:cubicBezTo>
                  <a:cubicBezTo>
                    <a:pt x="131" y="2181"/>
                    <a:pt x="381" y="2657"/>
                    <a:pt x="774" y="3038"/>
                  </a:cubicBezTo>
                  <a:cubicBezTo>
                    <a:pt x="1227" y="3502"/>
                    <a:pt x="1822" y="3752"/>
                    <a:pt x="2358" y="3752"/>
                  </a:cubicBezTo>
                  <a:cubicBezTo>
                    <a:pt x="2762" y="3752"/>
                    <a:pt x="3132" y="3622"/>
                    <a:pt x="3405" y="3348"/>
                  </a:cubicBezTo>
                  <a:cubicBezTo>
                    <a:pt x="3703" y="3038"/>
                    <a:pt x="3858" y="2574"/>
                    <a:pt x="3798" y="2074"/>
                  </a:cubicBezTo>
                  <a:cubicBezTo>
                    <a:pt x="3739" y="1586"/>
                    <a:pt x="3477" y="1109"/>
                    <a:pt x="3096" y="716"/>
                  </a:cubicBezTo>
                  <a:cubicBezTo>
                    <a:pt x="2703" y="335"/>
                    <a:pt x="2215" y="73"/>
                    <a:pt x="1738" y="14"/>
                  </a:cubicBezTo>
                  <a:cubicBezTo>
                    <a:pt x="1664" y="5"/>
                    <a:pt x="1590" y="1"/>
                    <a:pt x="15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562;p63"/>
            <p:cNvSpPr/>
            <p:nvPr/>
          </p:nvSpPr>
          <p:spPr>
            <a:xfrm>
              <a:off x="1510207" y="3632848"/>
              <a:ext cx="15492" cy="17741"/>
            </a:xfrm>
            <a:custGeom>
              <a:avLst/>
              <a:gdLst/>
              <a:ahLst/>
              <a:cxnLst/>
              <a:rect l="l" t="t" r="r" b="b"/>
              <a:pathLst>
                <a:path w="489" h="560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27"/>
                    <a:pt x="24" y="262"/>
                    <a:pt x="72" y="298"/>
                  </a:cubicBezTo>
                  <a:lnTo>
                    <a:pt x="72" y="405"/>
                  </a:lnTo>
                  <a:cubicBezTo>
                    <a:pt x="72" y="488"/>
                    <a:pt x="143" y="560"/>
                    <a:pt x="238" y="560"/>
                  </a:cubicBezTo>
                  <a:cubicBezTo>
                    <a:pt x="322" y="560"/>
                    <a:pt x="393" y="488"/>
                    <a:pt x="393" y="405"/>
                  </a:cubicBezTo>
                  <a:lnTo>
                    <a:pt x="393" y="298"/>
                  </a:lnTo>
                  <a:cubicBezTo>
                    <a:pt x="441" y="262"/>
                    <a:pt x="477" y="227"/>
                    <a:pt x="477" y="167"/>
                  </a:cubicBezTo>
                  <a:cubicBezTo>
                    <a:pt x="488" y="72"/>
                    <a:pt x="417" y="0"/>
                    <a:pt x="3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5535;p63"/>
          <p:cNvSpPr/>
          <p:nvPr/>
        </p:nvSpPr>
        <p:spPr>
          <a:xfrm>
            <a:off x="3596500" y="2827467"/>
            <a:ext cx="606648" cy="547664"/>
          </a:xfrm>
          <a:custGeom>
            <a:avLst/>
            <a:gdLst/>
            <a:ahLst/>
            <a:cxnLst/>
            <a:rect l="l" t="t" r="r" b="b"/>
            <a:pathLst>
              <a:path w="11419" h="11443" extrusionOk="0">
                <a:moveTo>
                  <a:pt x="4644" y="3560"/>
                </a:moveTo>
                <a:lnTo>
                  <a:pt x="4727" y="3655"/>
                </a:lnTo>
                <a:lnTo>
                  <a:pt x="4132" y="4263"/>
                </a:lnTo>
                <a:cubicBezTo>
                  <a:pt x="3989" y="4084"/>
                  <a:pt x="3965" y="3834"/>
                  <a:pt x="4108" y="3655"/>
                </a:cubicBezTo>
                <a:lnTo>
                  <a:pt x="4120" y="3655"/>
                </a:lnTo>
                <a:cubicBezTo>
                  <a:pt x="4298" y="3655"/>
                  <a:pt x="4465" y="3620"/>
                  <a:pt x="4644" y="3560"/>
                </a:cubicBezTo>
                <a:close/>
                <a:moveTo>
                  <a:pt x="8751" y="5739"/>
                </a:moveTo>
                <a:lnTo>
                  <a:pt x="8918" y="5906"/>
                </a:lnTo>
                <a:cubicBezTo>
                  <a:pt x="8944" y="5932"/>
                  <a:pt x="8994" y="5951"/>
                  <a:pt x="9043" y="5951"/>
                </a:cubicBezTo>
                <a:cubicBezTo>
                  <a:pt x="9061" y="5951"/>
                  <a:pt x="9080" y="5948"/>
                  <a:pt x="9097" y="5941"/>
                </a:cubicBezTo>
                <a:cubicBezTo>
                  <a:pt x="9275" y="5894"/>
                  <a:pt x="9430" y="5858"/>
                  <a:pt x="9597" y="5846"/>
                </a:cubicBezTo>
                <a:lnTo>
                  <a:pt x="9704" y="5858"/>
                </a:lnTo>
                <a:cubicBezTo>
                  <a:pt x="10478" y="5918"/>
                  <a:pt x="11073" y="6561"/>
                  <a:pt x="11073" y="7335"/>
                </a:cubicBezTo>
                <a:cubicBezTo>
                  <a:pt x="11085" y="7454"/>
                  <a:pt x="11073" y="7585"/>
                  <a:pt x="11025" y="7716"/>
                </a:cubicBezTo>
                <a:lnTo>
                  <a:pt x="10121" y="6811"/>
                </a:lnTo>
                <a:cubicBezTo>
                  <a:pt x="10061" y="6739"/>
                  <a:pt x="9966" y="6692"/>
                  <a:pt x="9870" y="6644"/>
                </a:cubicBezTo>
                <a:cubicBezTo>
                  <a:pt x="9787" y="6620"/>
                  <a:pt x="9704" y="6608"/>
                  <a:pt x="9609" y="6608"/>
                </a:cubicBezTo>
                <a:cubicBezTo>
                  <a:pt x="9418" y="6608"/>
                  <a:pt x="9239" y="6680"/>
                  <a:pt x="9108" y="6811"/>
                </a:cubicBezTo>
                <a:cubicBezTo>
                  <a:pt x="8918" y="7001"/>
                  <a:pt x="8858" y="7299"/>
                  <a:pt x="8942" y="7573"/>
                </a:cubicBezTo>
                <a:cubicBezTo>
                  <a:pt x="8978" y="7680"/>
                  <a:pt x="9037" y="7763"/>
                  <a:pt x="9108" y="7823"/>
                </a:cubicBezTo>
                <a:lnTo>
                  <a:pt x="10013" y="8728"/>
                </a:lnTo>
                <a:cubicBezTo>
                  <a:pt x="9882" y="8775"/>
                  <a:pt x="9751" y="8787"/>
                  <a:pt x="9609" y="8787"/>
                </a:cubicBezTo>
                <a:cubicBezTo>
                  <a:pt x="8835" y="8787"/>
                  <a:pt x="8204" y="8180"/>
                  <a:pt x="8156" y="7418"/>
                </a:cubicBezTo>
                <a:lnTo>
                  <a:pt x="8144" y="7323"/>
                </a:lnTo>
                <a:cubicBezTo>
                  <a:pt x="8144" y="7156"/>
                  <a:pt x="8168" y="6977"/>
                  <a:pt x="8227" y="6811"/>
                </a:cubicBezTo>
                <a:cubicBezTo>
                  <a:pt x="8263" y="6751"/>
                  <a:pt x="8239" y="6680"/>
                  <a:pt x="8180" y="6632"/>
                </a:cubicBezTo>
                <a:lnTo>
                  <a:pt x="8025" y="6465"/>
                </a:lnTo>
                <a:lnTo>
                  <a:pt x="8751" y="5739"/>
                </a:lnTo>
                <a:close/>
                <a:moveTo>
                  <a:pt x="2393" y="6537"/>
                </a:moveTo>
                <a:lnTo>
                  <a:pt x="2751" y="6894"/>
                </a:lnTo>
                <a:lnTo>
                  <a:pt x="4632" y="8775"/>
                </a:lnTo>
                <a:lnTo>
                  <a:pt x="4894" y="9037"/>
                </a:lnTo>
                <a:lnTo>
                  <a:pt x="4358" y="9573"/>
                </a:lnTo>
                <a:lnTo>
                  <a:pt x="1858" y="7084"/>
                </a:lnTo>
                <a:lnTo>
                  <a:pt x="2393" y="6537"/>
                </a:lnTo>
                <a:close/>
                <a:moveTo>
                  <a:pt x="4155" y="0"/>
                </a:moveTo>
                <a:cubicBezTo>
                  <a:pt x="3882" y="0"/>
                  <a:pt x="3632" y="60"/>
                  <a:pt x="3382" y="179"/>
                </a:cubicBezTo>
                <a:cubicBezTo>
                  <a:pt x="3334" y="203"/>
                  <a:pt x="3286" y="250"/>
                  <a:pt x="3286" y="298"/>
                </a:cubicBezTo>
                <a:cubicBezTo>
                  <a:pt x="3274" y="357"/>
                  <a:pt x="3298" y="393"/>
                  <a:pt x="3334" y="441"/>
                </a:cubicBezTo>
                <a:lnTo>
                  <a:pt x="4417" y="1524"/>
                </a:lnTo>
                <a:cubicBezTo>
                  <a:pt x="4453" y="1560"/>
                  <a:pt x="4477" y="1608"/>
                  <a:pt x="4513" y="1667"/>
                </a:cubicBezTo>
                <a:cubicBezTo>
                  <a:pt x="4548" y="1810"/>
                  <a:pt x="4525" y="1965"/>
                  <a:pt x="4417" y="2060"/>
                </a:cubicBezTo>
                <a:cubicBezTo>
                  <a:pt x="4346" y="2143"/>
                  <a:pt x="4251" y="2167"/>
                  <a:pt x="4155" y="2167"/>
                </a:cubicBezTo>
                <a:cubicBezTo>
                  <a:pt x="4108" y="2167"/>
                  <a:pt x="4060" y="2155"/>
                  <a:pt x="4013" y="2143"/>
                </a:cubicBezTo>
                <a:cubicBezTo>
                  <a:pt x="3953" y="2108"/>
                  <a:pt x="3917" y="2096"/>
                  <a:pt x="3882" y="2048"/>
                </a:cubicBezTo>
                <a:lnTo>
                  <a:pt x="2798" y="965"/>
                </a:lnTo>
                <a:cubicBezTo>
                  <a:pt x="2762" y="928"/>
                  <a:pt x="2725" y="913"/>
                  <a:pt x="2684" y="913"/>
                </a:cubicBezTo>
                <a:cubicBezTo>
                  <a:pt x="2671" y="913"/>
                  <a:pt x="2657" y="914"/>
                  <a:pt x="2643" y="917"/>
                </a:cubicBezTo>
                <a:cubicBezTo>
                  <a:pt x="2584" y="929"/>
                  <a:pt x="2548" y="965"/>
                  <a:pt x="2524" y="1012"/>
                </a:cubicBezTo>
                <a:cubicBezTo>
                  <a:pt x="2405" y="1262"/>
                  <a:pt x="2346" y="1512"/>
                  <a:pt x="2346" y="1786"/>
                </a:cubicBezTo>
                <a:cubicBezTo>
                  <a:pt x="2346" y="2239"/>
                  <a:pt x="2524" y="2679"/>
                  <a:pt x="2846" y="3013"/>
                </a:cubicBezTo>
                <a:cubicBezTo>
                  <a:pt x="3096" y="3286"/>
                  <a:pt x="3417" y="3465"/>
                  <a:pt x="3798" y="3548"/>
                </a:cubicBezTo>
                <a:cubicBezTo>
                  <a:pt x="3655" y="3846"/>
                  <a:pt x="3715" y="4203"/>
                  <a:pt x="3941" y="4465"/>
                </a:cubicBezTo>
                <a:lnTo>
                  <a:pt x="3560" y="4846"/>
                </a:lnTo>
                <a:cubicBezTo>
                  <a:pt x="3405" y="5001"/>
                  <a:pt x="3334" y="5191"/>
                  <a:pt x="3334" y="5394"/>
                </a:cubicBezTo>
                <a:cubicBezTo>
                  <a:pt x="3334" y="5596"/>
                  <a:pt x="3405" y="5775"/>
                  <a:pt x="3524" y="5906"/>
                </a:cubicBezTo>
                <a:lnTo>
                  <a:pt x="2917" y="6513"/>
                </a:lnTo>
                <a:lnTo>
                  <a:pt x="2560" y="6156"/>
                </a:lnTo>
                <a:cubicBezTo>
                  <a:pt x="2530" y="6126"/>
                  <a:pt x="2486" y="6111"/>
                  <a:pt x="2441" y="6111"/>
                </a:cubicBezTo>
                <a:cubicBezTo>
                  <a:pt x="2396" y="6111"/>
                  <a:pt x="2352" y="6126"/>
                  <a:pt x="2322" y="6156"/>
                </a:cubicBezTo>
                <a:lnTo>
                  <a:pt x="1417" y="7061"/>
                </a:lnTo>
                <a:lnTo>
                  <a:pt x="60" y="8418"/>
                </a:lnTo>
                <a:cubicBezTo>
                  <a:pt x="0" y="8478"/>
                  <a:pt x="0" y="8597"/>
                  <a:pt x="60" y="8656"/>
                </a:cubicBezTo>
                <a:lnTo>
                  <a:pt x="1096" y="9704"/>
                </a:lnTo>
                <a:cubicBezTo>
                  <a:pt x="1125" y="9734"/>
                  <a:pt x="1170" y="9748"/>
                  <a:pt x="1215" y="9748"/>
                </a:cubicBezTo>
                <a:cubicBezTo>
                  <a:pt x="1259" y="9748"/>
                  <a:pt x="1304" y="9734"/>
                  <a:pt x="1334" y="9704"/>
                </a:cubicBezTo>
                <a:cubicBezTo>
                  <a:pt x="1393" y="9644"/>
                  <a:pt x="1393" y="9525"/>
                  <a:pt x="1334" y="9466"/>
                </a:cubicBezTo>
                <a:lnTo>
                  <a:pt x="417" y="8537"/>
                </a:lnTo>
                <a:lnTo>
                  <a:pt x="1667" y="7287"/>
                </a:lnTo>
                <a:lnTo>
                  <a:pt x="4167" y="9787"/>
                </a:lnTo>
                <a:lnTo>
                  <a:pt x="2917" y="11037"/>
                </a:lnTo>
                <a:lnTo>
                  <a:pt x="1810" y="9942"/>
                </a:lnTo>
                <a:cubicBezTo>
                  <a:pt x="1780" y="9912"/>
                  <a:pt x="1736" y="9897"/>
                  <a:pt x="1691" y="9897"/>
                </a:cubicBezTo>
                <a:cubicBezTo>
                  <a:pt x="1646" y="9897"/>
                  <a:pt x="1602" y="9912"/>
                  <a:pt x="1572" y="9942"/>
                </a:cubicBezTo>
                <a:cubicBezTo>
                  <a:pt x="1512" y="10002"/>
                  <a:pt x="1512" y="10121"/>
                  <a:pt x="1572" y="10180"/>
                </a:cubicBezTo>
                <a:lnTo>
                  <a:pt x="2798" y="11395"/>
                </a:lnTo>
                <a:cubicBezTo>
                  <a:pt x="2822" y="11430"/>
                  <a:pt x="2870" y="11442"/>
                  <a:pt x="2917" y="11442"/>
                </a:cubicBezTo>
                <a:cubicBezTo>
                  <a:pt x="2965" y="11442"/>
                  <a:pt x="3001" y="11430"/>
                  <a:pt x="3036" y="11395"/>
                </a:cubicBezTo>
                <a:lnTo>
                  <a:pt x="4394" y="10037"/>
                </a:lnTo>
                <a:lnTo>
                  <a:pt x="5298" y="9132"/>
                </a:lnTo>
                <a:cubicBezTo>
                  <a:pt x="5322" y="9109"/>
                  <a:pt x="5346" y="9061"/>
                  <a:pt x="5346" y="9013"/>
                </a:cubicBezTo>
                <a:cubicBezTo>
                  <a:pt x="5346" y="8966"/>
                  <a:pt x="5322" y="8930"/>
                  <a:pt x="5298" y="8894"/>
                </a:cubicBezTo>
                <a:lnTo>
                  <a:pt x="5025" y="8632"/>
                </a:lnTo>
                <a:lnTo>
                  <a:pt x="5644" y="8013"/>
                </a:lnTo>
                <a:cubicBezTo>
                  <a:pt x="5770" y="8094"/>
                  <a:pt x="5916" y="8135"/>
                  <a:pt x="6062" y="8135"/>
                </a:cubicBezTo>
                <a:cubicBezTo>
                  <a:pt x="6217" y="8135"/>
                  <a:pt x="6372" y="8088"/>
                  <a:pt x="6501" y="7989"/>
                </a:cubicBezTo>
                <a:cubicBezTo>
                  <a:pt x="6572" y="7930"/>
                  <a:pt x="6596" y="7823"/>
                  <a:pt x="6537" y="7751"/>
                </a:cubicBezTo>
                <a:cubicBezTo>
                  <a:pt x="6500" y="7708"/>
                  <a:pt x="6446" y="7682"/>
                  <a:pt x="6393" y="7682"/>
                </a:cubicBezTo>
                <a:cubicBezTo>
                  <a:pt x="6360" y="7682"/>
                  <a:pt x="6326" y="7692"/>
                  <a:pt x="6299" y="7716"/>
                </a:cubicBezTo>
                <a:cubicBezTo>
                  <a:pt x="6220" y="7778"/>
                  <a:pt x="6131" y="7806"/>
                  <a:pt x="6041" y="7806"/>
                </a:cubicBezTo>
                <a:cubicBezTo>
                  <a:pt x="5927" y="7806"/>
                  <a:pt x="5814" y="7760"/>
                  <a:pt x="5727" y="7680"/>
                </a:cubicBezTo>
                <a:cubicBezTo>
                  <a:pt x="5703" y="7644"/>
                  <a:pt x="5656" y="7632"/>
                  <a:pt x="5608" y="7632"/>
                </a:cubicBezTo>
                <a:cubicBezTo>
                  <a:pt x="5560" y="7632"/>
                  <a:pt x="5525" y="7644"/>
                  <a:pt x="5489" y="7680"/>
                </a:cubicBezTo>
                <a:lnTo>
                  <a:pt x="4763" y="8406"/>
                </a:lnTo>
                <a:lnTo>
                  <a:pt x="3108" y="6799"/>
                </a:lnTo>
                <a:lnTo>
                  <a:pt x="3834" y="6072"/>
                </a:lnTo>
                <a:cubicBezTo>
                  <a:pt x="3894" y="6013"/>
                  <a:pt x="3894" y="5894"/>
                  <a:pt x="3834" y="5834"/>
                </a:cubicBezTo>
                <a:lnTo>
                  <a:pt x="3751" y="5739"/>
                </a:lnTo>
                <a:cubicBezTo>
                  <a:pt x="3655" y="5644"/>
                  <a:pt x="3620" y="5549"/>
                  <a:pt x="3620" y="5430"/>
                </a:cubicBezTo>
                <a:cubicBezTo>
                  <a:pt x="3620" y="5310"/>
                  <a:pt x="3655" y="5203"/>
                  <a:pt x="3751" y="5108"/>
                </a:cubicBezTo>
                <a:lnTo>
                  <a:pt x="4251" y="4608"/>
                </a:lnTo>
                <a:lnTo>
                  <a:pt x="5096" y="3763"/>
                </a:lnTo>
                <a:lnTo>
                  <a:pt x="6013" y="2846"/>
                </a:lnTo>
                <a:cubicBezTo>
                  <a:pt x="6025" y="2834"/>
                  <a:pt x="6037" y="2822"/>
                  <a:pt x="6049" y="2822"/>
                </a:cubicBezTo>
                <a:cubicBezTo>
                  <a:pt x="6106" y="2780"/>
                  <a:pt x="6170" y="2761"/>
                  <a:pt x="6233" y="2761"/>
                </a:cubicBezTo>
                <a:cubicBezTo>
                  <a:pt x="6314" y="2761"/>
                  <a:pt x="6393" y="2792"/>
                  <a:pt x="6453" y="2846"/>
                </a:cubicBezTo>
                <a:lnTo>
                  <a:pt x="6477" y="2870"/>
                </a:lnTo>
                <a:cubicBezTo>
                  <a:pt x="6572" y="2965"/>
                  <a:pt x="6596" y="3132"/>
                  <a:pt x="6501" y="3263"/>
                </a:cubicBezTo>
                <a:cubicBezTo>
                  <a:pt x="6489" y="3286"/>
                  <a:pt x="6477" y="3298"/>
                  <a:pt x="6477" y="3310"/>
                </a:cubicBezTo>
                <a:lnTo>
                  <a:pt x="5477" y="4310"/>
                </a:lnTo>
                <a:cubicBezTo>
                  <a:pt x="5418" y="4370"/>
                  <a:pt x="5418" y="4489"/>
                  <a:pt x="5477" y="4548"/>
                </a:cubicBezTo>
                <a:cubicBezTo>
                  <a:pt x="5501" y="4584"/>
                  <a:pt x="5549" y="4596"/>
                  <a:pt x="5596" y="4596"/>
                </a:cubicBezTo>
                <a:cubicBezTo>
                  <a:pt x="5644" y="4596"/>
                  <a:pt x="5679" y="4572"/>
                  <a:pt x="5715" y="4548"/>
                </a:cubicBezTo>
                <a:lnTo>
                  <a:pt x="6715" y="3548"/>
                </a:lnTo>
                <a:cubicBezTo>
                  <a:pt x="6727" y="3536"/>
                  <a:pt x="6739" y="3525"/>
                  <a:pt x="6751" y="3525"/>
                </a:cubicBezTo>
                <a:cubicBezTo>
                  <a:pt x="6805" y="3481"/>
                  <a:pt x="6872" y="3460"/>
                  <a:pt x="6939" y="3460"/>
                </a:cubicBezTo>
                <a:cubicBezTo>
                  <a:pt x="7018" y="3460"/>
                  <a:pt x="7098" y="3490"/>
                  <a:pt x="7156" y="3548"/>
                </a:cubicBezTo>
                <a:lnTo>
                  <a:pt x="7168" y="3560"/>
                </a:lnTo>
                <a:cubicBezTo>
                  <a:pt x="7275" y="3667"/>
                  <a:pt x="7287" y="3834"/>
                  <a:pt x="7203" y="3965"/>
                </a:cubicBezTo>
                <a:cubicBezTo>
                  <a:pt x="7192" y="3989"/>
                  <a:pt x="7192" y="4001"/>
                  <a:pt x="7168" y="4013"/>
                </a:cubicBezTo>
                <a:lnTo>
                  <a:pt x="6180" y="5013"/>
                </a:lnTo>
                <a:cubicBezTo>
                  <a:pt x="6120" y="5072"/>
                  <a:pt x="6120" y="5191"/>
                  <a:pt x="6180" y="5251"/>
                </a:cubicBezTo>
                <a:cubicBezTo>
                  <a:pt x="6203" y="5275"/>
                  <a:pt x="6251" y="5299"/>
                  <a:pt x="6299" y="5299"/>
                </a:cubicBezTo>
                <a:cubicBezTo>
                  <a:pt x="6334" y="5299"/>
                  <a:pt x="6382" y="5275"/>
                  <a:pt x="6418" y="5251"/>
                </a:cubicBezTo>
                <a:lnTo>
                  <a:pt x="7406" y="4251"/>
                </a:lnTo>
                <a:cubicBezTo>
                  <a:pt x="7430" y="4239"/>
                  <a:pt x="7442" y="4215"/>
                  <a:pt x="7454" y="4215"/>
                </a:cubicBezTo>
                <a:cubicBezTo>
                  <a:pt x="7506" y="4179"/>
                  <a:pt x="7569" y="4160"/>
                  <a:pt x="7633" y="4160"/>
                </a:cubicBezTo>
                <a:cubicBezTo>
                  <a:pt x="7715" y="4160"/>
                  <a:pt x="7798" y="4191"/>
                  <a:pt x="7858" y="4251"/>
                </a:cubicBezTo>
                <a:lnTo>
                  <a:pt x="7870" y="4263"/>
                </a:lnTo>
                <a:cubicBezTo>
                  <a:pt x="7977" y="4370"/>
                  <a:pt x="7989" y="4537"/>
                  <a:pt x="7906" y="4668"/>
                </a:cubicBezTo>
                <a:cubicBezTo>
                  <a:pt x="7882" y="4679"/>
                  <a:pt x="7882" y="4703"/>
                  <a:pt x="7870" y="4715"/>
                </a:cubicBezTo>
                <a:lnTo>
                  <a:pt x="6870" y="5715"/>
                </a:lnTo>
                <a:cubicBezTo>
                  <a:pt x="6811" y="5775"/>
                  <a:pt x="6811" y="5894"/>
                  <a:pt x="6870" y="5953"/>
                </a:cubicBezTo>
                <a:cubicBezTo>
                  <a:pt x="6906" y="5977"/>
                  <a:pt x="6953" y="5989"/>
                  <a:pt x="6989" y="5989"/>
                </a:cubicBezTo>
                <a:cubicBezTo>
                  <a:pt x="7037" y="5989"/>
                  <a:pt x="7084" y="5977"/>
                  <a:pt x="7108" y="5953"/>
                </a:cubicBezTo>
                <a:lnTo>
                  <a:pt x="8108" y="4953"/>
                </a:lnTo>
                <a:cubicBezTo>
                  <a:pt x="8120" y="4941"/>
                  <a:pt x="8144" y="4918"/>
                  <a:pt x="8156" y="4918"/>
                </a:cubicBezTo>
                <a:cubicBezTo>
                  <a:pt x="8208" y="4881"/>
                  <a:pt x="8272" y="4863"/>
                  <a:pt x="8335" y="4863"/>
                </a:cubicBezTo>
                <a:cubicBezTo>
                  <a:pt x="8418" y="4863"/>
                  <a:pt x="8501" y="4893"/>
                  <a:pt x="8561" y="4953"/>
                </a:cubicBezTo>
                <a:lnTo>
                  <a:pt x="8573" y="4965"/>
                </a:lnTo>
                <a:cubicBezTo>
                  <a:pt x="8680" y="5072"/>
                  <a:pt x="8692" y="5239"/>
                  <a:pt x="8597" y="5370"/>
                </a:cubicBezTo>
                <a:cubicBezTo>
                  <a:pt x="8585" y="5382"/>
                  <a:pt x="8573" y="5394"/>
                  <a:pt x="8573" y="5418"/>
                </a:cubicBezTo>
                <a:lnTo>
                  <a:pt x="6715" y="7275"/>
                </a:lnTo>
                <a:cubicBezTo>
                  <a:pt x="6656" y="7335"/>
                  <a:pt x="6656" y="7454"/>
                  <a:pt x="6715" y="7513"/>
                </a:cubicBezTo>
                <a:cubicBezTo>
                  <a:pt x="6739" y="7537"/>
                  <a:pt x="6787" y="7561"/>
                  <a:pt x="6834" y="7561"/>
                </a:cubicBezTo>
                <a:cubicBezTo>
                  <a:pt x="6870" y="7561"/>
                  <a:pt x="6918" y="7537"/>
                  <a:pt x="6953" y="7513"/>
                </a:cubicBezTo>
                <a:lnTo>
                  <a:pt x="7787" y="6680"/>
                </a:lnTo>
                <a:lnTo>
                  <a:pt x="7870" y="6763"/>
                </a:lnTo>
                <a:cubicBezTo>
                  <a:pt x="7811" y="6942"/>
                  <a:pt x="7787" y="7120"/>
                  <a:pt x="7787" y="7287"/>
                </a:cubicBezTo>
                <a:lnTo>
                  <a:pt x="7787" y="7299"/>
                </a:lnTo>
                <a:lnTo>
                  <a:pt x="7799" y="7406"/>
                </a:lnTo>
                <a:cubicBezTo>
                  <a:pt x="7823" y="7870"/>
                  <a:pt x="8037" y="8287"/>
                  <a:pt x="8358" y="8597"/>
                </a:cubicBezTo>
                <a:cubicBezTo>
                  <a:pt x="8692" y="8906"/>
                  <a:pt x="9132" y="9085"/>
                  <a:pt x="9597" y="9085"/>
                </a:cubicBezTo>
                <a:cubicBezTo>
                  <a:pt x="9870" y="9085"/>
                  <a:pt x="10121" y="9025"/>
                  <a:pt x="10371" y="8906"/>
                </a:cubicBezTo>
                <a:cubicBezTo>
                  <a:pt x="10418" y="8882"/>
                  <a:pt x="10466" y="8835"/>
                  <a:pt x="10466" y="8787"/>
                </a:cubicBezTo>
                <a:cubicBezTo>
                  <a:pt x="10478" y="8728"/>
                  <a:pt x="10442" y="8692"/>
                  <a:pt x="10418" y="8644"/>
                </a:cubicBezTo>
                <a:lnTo>
                  <a:pt x="9335" y="7537"/>
                </a:lnTo>
                <a:cubicBezTo>
                  <a:pt x="9287" y="7501"/>
                  <a:pt x="9251" y="7454"/>
                  <a:pt x="9251" y="7406"/>
                </a:cubicBezTo>
                <a:cubicBezTo>
                  <a:pt x="9192" y="7263"/>
                  <a:pt x="9239" y="7108"/>
                  <a:pt x="9347" y="7001"/>
                </a:cubicBezTo>
                <a:cubicBezTo>
                  <a:pt x="9418" y="6930"/>
                  <a:pt x="9513" y="6882"/>
                  <a:pt x="9609" y="6882"/>
                </a:cubicBezTo>
                <a:cubicBezTo>
                  <a:pt x="9656" y="6882"/>
                  <a:pt x="9704" y="6906"/>
                  <a:pt x="9751" y="6918"/>
                </a:cubicBezTo>
                <a:cubicBezTo>
                  <a:pt x="9811" y="6942"/>
                  <a:pt x="9847" y="6965"/>
                  <a:pt x="9882" y="7001"/>
                </a:cubicBezTo>
                <a:lnTo>
                  <a:pt x="10966" y="8097"/>
                </a:lnTo>
                <a:cubicBezTo>
                  <a:pt x="11000" y="8122"/>
                  <a:pt x="11034" y="8142"/>
                  <a:pt x="11073" y="8142"/>
                </a:cubicBezTo>
                <a:cubicBezTo>
                  <a:pt x="11088" y="8142"/>
                  <a:pt x="11104" y="8139"/>
                  <a:pt x="11121" y="8132"/>
                </a:cubicBezTo>
                <a:cubicBezTo>
                  <a:pt x="11180" y="8120"/>
                  <a:pt x="11216" y="8097"/>
                  <a:pt x="11240" y="8049"/>
                </a:cubicBezTo>
                <a:cubicBezTo>
                  <a:pt x="11359" y="7799"/>
                  <a:pt x="11418" y="7537"/>
                  <a:pt x="11418" y="7275"/>
                </a:cubicBezTo>
                <a:cubicBezTo>
                  <a:pt x="11418" y="6858"/>
                  <a:pt x="11252" y="6430"/>
                  <a:pt x="10918" y="6084"/>
                </a:cubicBezTo>
                <a:cubicBezTo>
                  <a:pt x="10609" y="5751"/>
                  <a:pt x="10180" y="5549"/>
                  <a:pt x="9728" y="5513"/>
                </a:cubicBezTo>
                <a:lnTo>
                  <a:pt x="9632" y="5501"/>
                </a:lnTo>
                <a:lnTo>
                  <a:pt x="9609" y="5501"/>
                </a:lnTo>
                <a:cubicBezTo>
                  <a:pt x="9454" y="5501"/>
                  <a:pt x="9275" y="5537"/>
                  <a:pt x="9097" y="5596"/>
                </a:cubicBezTo>
                <a:lnTo>
                  <a:pt x="8954" y="5453"/>
                </a:lnTo>
                <a:cubicBezTo>
                  <a:pt x="9049" y="5215"/>
                  <a:pt x="9001" y="4953"/>
                  <a:pt x="8811" y="4763"/>
                </a:cubicBezTo>
                <a:lnTo>
                  <a:pt x="8799" y="4739"/>
                </a:lnTo>
                <a:cubicBezTo>
                  <a:pt x="8656" y="4608"/>
                  <a:pt x="8477" y="4548"/>
                  <a:pt x="8299" y="4548"/>
                </a:cubicBezTo>
                <a:cubicBezTo>
                  <a:pt x="8323" y="4370"/>
                  <a:pt x="8239" y="4191"/>
                  <a:pt x="8108" y="4060"/>
                </a:cubicBezTo>
                <a:lnTo>
                  <a:pt x="8096" y="4048"/>
                </a:lnTo>
                <a:cubicBezTo>
                  <a:pt x="7965" y="3906"/>
                  <a:pt x="7775" y="3846"/>
                  <a:pt x="7596" y="3846"/>
                </a:cubicBezTo>
                <a:cubicBezTo>
                  <a:pt x="7620" y="3667"/>
                  <a:pt x="7537" y="3489"/>
                  <a:pt x="7406" y="3358"/>
                </a:cubicBezTo>
                <a:lnTo>
                  <a:pt x="7394" y="3346"/>
                </a:lnTo>
                <a:cubicBezTo>
                  <a:pt x="7263" y="3215"/>
                  <a:pt x="7084" y="3155"/>
                  <a:pt x="6906" y="3155"/>
                </a:cubicBezTo>
                <a:cubicBezTo>
                  <a:pt x="6918" y="2977"/>
                  <a:pt x="6846" y="2798"/>
                  <a:pt x="6703" y="2655"/>
                </a:cubicBezTo>
                <a:lnTo>
                  <a:pt x="6692" y="2643"/>
                </a:lnTo>
                <a:cubicBezTo>
                  <a:pt x="6565" y="2516"/>
                  <a:pt x="6400" y="2453"/>
                  <a:pt x="6235" y="2453"/>
                </a:cubicBezTo>
                <a:cubicBezTo>
                  <a:pt x="6152" y="2453"/>
                  <a:pt x="6068" y="2469"/>
                  <a:pt x="5989" y="2501"/>
                </a:cubicBezTo>
                <a:lnTo>
                  <a:pt x="5858" y="2358"/>
                </a:lnTo>
                <a:cubicBezTo>
                  <a:pt x="5918" y="2179"/>
                  <a:pt x="5953" y="2001"/>
                  <a:pt x="5953" y="1846"/>
                </a:cubicBezTo>
                <a:lnTo>
                  <a:pt x="5953" y="1822"/>
                </a:lnTo>
                <a:lnTo>
                  <a:pt x="5930" y="1727"/>
                </a:lnTo>
                <a:cubicBezTo>
                  <a:pt x="5918" y="1465"/>
                  <a:pt x="5846" y="1215"/>
                  <a:pt x="5727" y="988"/>
                </a:cubicBezTo>
                <a:cubicBezTo>
                  <a:pt x="5693" y="937"/>
                  <a:pt x="5628" y="898"/>
                  <a:pt x="5567" y="898"/>
                </a:cubicBezTo>
                <a:cubicBezTo>
                  <a:pt x="5544" y="898"/>
                  <a:pt x="5521" y="904"/>
                  <a:pt x="5501" y="917"/>
                </a:cubicBezTo>
                <a:cubicBezTo>
                  <a:pt x="5429" y="965"/>
                  <a:pt x="5382" y="1072"/>
                  <a:pt x="5429" y="1143"/>
                </a:cubicBezTo>
                <a:cubicBezTo>
                  <a:pt x="5537" y="1334"/>
                  <a:pt x="5596" y="1524"/>
                  <a:pt x="5608" y="1739"/>
                </a:cubicBezTo>
                <a:lnTo>
                  <a:pt x="5620" y="1846"/>
                </a:lnTo>
                <a:cubicBezTo>
                  <a:pt x="5620" y="2001"/>
                  <a:pt x="5596" y="2167"/>
                  <a:pt x="5513" y="2346"/>
                </a:cubicBezTo>
                <a:cubicBezTo>
                  <a:pt x="5489" y="2405"/>
                  <a:pt x="5513" y="2477"/>
                  <a:pt x="5560" y="2524"/>
                </a:cubicBezTo>
                <a:lnTo>
                  <a:pt x="5727" y="2691"/>
                </a:lnTo>
                <a:lnTo>
                  <a:pt x="5001" y="3417"/>
                </a:lnTo>
                <a:lnTo>
                  <a:pt x="4834" y="3251"/>
                </a:lnTo>
                <a:cubicBezTo>
                  <a:pt x="4800" y="3225"/>
                  <a:pt x="4753" y="3205"/>
                  <a:pt x="4707" y="3205"/>
                </a:cubicBezTo>
                <a:cubicBezTo>
                  <a:pt x="4690" y="3205"/>
                  <a:pt x="4672" y="3208"/>
                  <a:pt x="4656" y="3215"/>
                </a:cubicBezTo>
                <a:cubicBezTo>
                  <a:pt x="4477" y="3274"/>
                  <a:pt x="4310" y="3298"/>
                  <a:pt x="4155" y="3298"/>
                </a:cubicBezTo>
                <a:lnTo>
                  <a:pt x="4048" y="3286"/>
                </a:lnTo>
                <a:cubicBezTo>
                  <a:pt x="3274" y="3227"/>
                  <a:pt x="2679" y="2584"/>
                  <a:pt x="2679" y="1822"/>
                </a:cubicBezTo>
                <a:cubicBezTo>
                  <a:pt x="2679" y="1691"/>
                  <a:pt x="2691" y="1560"/>
                  <a:pt x="2739" y="1429"/>
                </a:cubicBezTo>
                <a:lnTo>
                  <a:pt x="3644" y="2334"/>
                </a:lnTo>
                <a:cubicBezTo>
                  <a:pt x="3703" y="2405"/>
                  <a:pt x="3798" y="2453"/>
                  <a:pt x="3894" y="2501"/>
                </a:cubicBezTo>
                <a:cubicBezTo>
                  <a:pt x="3989" y="2524"/>
                  <a:pt x="4060" y="2536"/>
                  <a:pt x="4155" y="2536"/>
                </a:cubicBezTo>
                <a:cubicBezTo>
                  <a:pt x="4346" y="2536"/>
                  <a:pt x="4525" y="2465"/>
                  <a:pt x="4656" y="2334"/>
                </a:cubicBezTo>
                <a:cubicBezTo>
                  <a:pt x="4846" y="2143"/>
                  <a:pt x="4929" y="1846"/>
                  <a:pt x="4822" y="1572"/>
                </a:cubicBezTo>
                <a:lnTo>
                  <a:pt x="4822" y="1560"/>
                </a:lnTo>
                <a:cubicBezTo>
                  <a:pt x="4787" y="1489"/>
                  <a:pt x="4751" y="1393"/>
                  <a:pt x="4656" y="1310"/>
                </a:cubicBezTo>
                <a:lnTo>
                  <a:pt x="3751" y="393"/>
                </a:lnTo>
                <a:cubicBezTo>
                  <a:pt x="3882" y="357"/>
                  <a:pt x="4013" y="334"/>
                  <a:pt x="4144" y="334"/>
                </a:cubicBezTo>
                <a:cubicBezTo>
                  <a:pt x="4489" y="334"/>
                  <a:pt x="4798" y="441"/>
                  <a:pt x="5060" y="655"/>
                </a:cubicBezTo>
                <a:cubicBezTo>
                  <a:pt x="5088" y="678"/>
                  <a:pt x="5121" y="689"/>
                  <a:pt x="5155" y="689"/>
                </a:cubicBezTo>
                <a:cubicBezTo>
                  <a:pt x="5208" y="689"/>
                  <a:pt x="5262" y="663"/>
                  <a:pt x="5298" y="619"/>
                </a:cubicBezTo>
                <a:cubicBezTo>
                  <a:pt x="5358" y="548"/>
                  <a:pt x="5346" y="441"/>
                  <a:pt x="5263" y="381"/>
                </a:cubicBezTo>
                <a:cubicBezTo>
                  <a:pt x="4941" y="131"/>
                  <a:pt x="4548" y="0"/>
                  <a:pt x="4155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/>
          <p:nvPr/>
        </p:nvSpPr>
        <p:spPr>
          <a:xfrm>
            <a:off x="0" y="229075"/>
            <a:ext cx="3152700" cy="25236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4"/>
          <p:cNvSpPr/>
          <p:nvPr/>
        </p:nvSpPr>
        <p:spPr>
          <a:xfrm>
            <a:off x="3873250" y="3102525"/>
            <a:ext cx="5270700" cy="94410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44"/>
          <p:cNvSpPr txBox="1"/>
          <p:nvPr/>
        </p:nvSpPr>
        <p:spPr>
          <a:xfrm flipH="1">
            <a:off x="4092938" y="3249667"/>
            <a:ext cx="10074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smtClean="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Mobile Friendly</a:t>
            </a:r>
            <a:endParaRPr sz="1000" dirty="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94" name="Google Shape;394;p44"/>
          <p:cNvSpPr txBox="1">
            <a:spLocks noGrp="1"/>
          </p:cNvSpPr>
          <p:nvPr>
            <p:ph type="ctrTitle"/>
          </p:nvPr>
        </p:nvSpPr>
        <p:spPr>
          <a:xfrm rot="5400000">
            <a:off x="7226324" y="975727"/>
            <a:ext cx="2235751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Compatibility</a:t>
            </a:r>
            <a:endParaRPr dirty="0"/>
          </a:p>
        </p:txBody>
      </p:sp>
      <p:pic>
        <p:nvPicPr>
          <p:cNvPr id="395" name="Google Shape;395;p44"/>
          <p:cNvPicPr preferRelativeResize="0"/>
          <p:nvPr/>
        </p:nvPicPr>
        <p:blipFill rotWithShape="1">
          <a:blip r:embed="rId3">
            <a:alphaModFix/>
          </a:blip>
          <a:srcRect t="8088"/>
          <a:stretch/>
        </p:blipFill>
        <p:spPr>
          <a:xfrm>
            <a:off x="848300" y="540001"/>
            <a:ext cx="3557448" cy="309102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4"/>
          <p:cNvSpPr/>
          <p:nvPr/>
        </p:nvSpPr>
        <p:spPr>
          <a:xfrm>
            <a:off x="1042355" y="2354218"/>
            <a:ext cx="3152751" cy="17585"/>
          </a:xfrm>
          <a:custGeom>
            <a:avLst/>
            <a:gdLst/>
            <a:ahLst/>
            <a:cxnLst/>
            <a:rect l="l" t="t" r="r" b="b"/>
            <a:pathLst>
              <a:path w="148173" h="835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cubicBezTo>
                  <a:pt x="0" y="634"/>
                  <a:pt x="201" y="834"/>
                  <a:pt x="434" y="834"/>
                </a:cubicBezTo>
                <a:lnTo>
                  <a:pt x="147739" y="834"/>
                </a:lnTo>
                <a:cubicBezTo>
                  <a:pt x="147973" y="834"/>
                  <a:pt x="148173" y="634"/>
                  <a:pt x="148173" y="401"/>
                </a:cubicBezTo>
                <a:cubicBezTo>
                  <a:pt x="148173" y="167"/>
                  <a:pt x="147973" y="0"/>
                  <a:pt x="1477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44"/>
          <p:cNvSpPr/>
          <p:nvPr/>
        </p:nvSpPr>
        <p:spPr>
          <a:xfrm>
            <a:off x="1042355" y="2354218"/>
            <a:ext cx="1510383" cy="17585"/>
          </a:xfrm>
          <a:custGeom>
            <a:avLst/>
            <a:gdLst/>
            <a:ahLst/>
            <a:cxnLst/>
            <a:rect l="l" t="t" r="r" b="b"/>
            <a:pathLst>
              <a:path w="70985" h="835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cubicBezTo>
                  <a:pt x="0" y="634"/>
                  <a:pt x="201" y="834"/>
                  <a:pt x="434" y="834"/>
                </a:cubicBezTo>
                <a:lnTo>
                  <a:pt x="70984" y="834"/>
                </a:lnTo>
                <a:lnTo>
                  <a:pt x="709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4"/>
          <p:cNvSpPr/>
          <p:nvPr/>
        </p:nvSpPr>
        <p:spPr>
          <a:xfrm>
            <a:off x="2539116" y="2337350"/>
            <a:ext cx="51832" cy="51302"/>
          </a:xfrm>
          <a:custGeom>
            <a:avLst/>
            <a:gdLst/>
            <a:ahLst/>
            <a:cxnLst/>
            <a:rect l="l" t="t" r="r" b="b"/>
            <a:pathLst>
              <a:path w="2436" h="2436" extrusionOk="0">
                <a:moveTo>
                  <a:pt x="1235" y="1"/>
                </a:moveTo>
                <a:cubicBezTo>
                  <a:pt x="568" y="1"/>
                  <a:pt x="1" y="535"/>
                  <a:pt x="1" y="1202"/>
                </a:cubicBezTo>
                <a:cubicBezTo>
                  <a:pt x="1" y="1902"/>
                  <a:pt x="568" y="2436"/>
                  <a:pt x="1235" y="2436"/>
                </a:cubicBezTo>
                <a:cubicBezTo>
                  <a:pt x="1902" y="2436"/>
                  <a:pt x="2436" y="1902"/>
                  <a:pt x="2436" y="1202"/>
                </a:cubicBezTo>
                <a:cubicBezTo>
                  <a:pt x="2436" y="535"/>
                  <a:pt x="1902" y="1"/>
                  <a:pt x="12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4"/>
          <p:cNvSpPr/>
          <p:nvPr/>
        </p:nvSpPr>
        <p:spPr>
          <a:xfrm>
            <a:off x="1230513" y="2256223"/>
            <a:ext cx="47527" cy="52655"/>
          </a:xfrm>
          <a:custGeom>
            <a:avLst/>
            <a:gdLst/>
            <a:ahLst/>
            <a:cxnLst/>
            <a:rect l="l" t="t" r="r" b="b"/>
            <a:pathLst>
              <a:path w="3337" h="3697" extrusionOk="0">
                <a:moveTo>
                  <a:pt x="361" y="0"/>
                </a:moveTo>
                <a:cubicBezTo>
                  <a:pt x="175" y="0"/>
                  <a:pt x="0" y="151"/>
                  <a:pt x="0" y="380"/>
                </a:cubicBezTo>
                <a:lnTo>
                  <a:pt x="0" y="3349"/>
                </a:lnTo>
                <a:cubicBezTo>
                  <a:pt x="0" y="3551"/>
                  <a:pt x="173" y="3696"/>
                  <a:pt x="358" y="3696"/>
                </a:cubicBezTo>
                <a:cubicBezTo>
                  <a:pt x="417" y="3696"/>
                  <a:pt x="478" y="3681"/>
                  <a:pt x="534" y="3649"/>
                </a:cubicBezTo>
                <a:lnTo>
                  <a:pt x="3103" y="2148"/>
                </a:lnTo>
                <a:cubicBezTo>
                  <a:pt x="3336" y="2015"/>
                  <a:pt x="3336" y="1681"/>
                  <a:pt x="3103" y="1548"/>
                </a:cubicBezTo>
                <a:lnTo>
                  <a:pt x="534" y="47"/>
                </a:lnTo>
                <a:cubicBezTo>
                  <a:pt x="479" y="15"/>
                  <a:pt x="419" y="0"/>
                  <a:pt x="3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44"/>
          <p:cNvSpPr/>
          <p:nvPr/>
        </p:nvSpPr>
        <p:spPr>
          <a:xfrm>
            <a:off x="1288462" y="2252605"/>
            <a:ext cx="10468" cy="59875"/>
          </a:xfrm>
          <a:custGeom>
            <a:avLst/>
            <a:gdLst/>
            <a:ahLst/>
            <a:cxnLst/>
            <a:rect l="l" t="t" r="r" b="b"/>
            <a:pathLst>
              <a:path w="735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35" y="4037"/>
                  <a:pt x="735" y="3836"/>
                </a:cubicBezTo>
                <a:lnTo>
                  <a:pt x="735" y="367"/>
                </a:lnTo>
                <a:cubicBezTo>
                  <a:pt x="735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4"/>
          <p:cNvSpPr/>
          <p:nvPr/>
        </p:nvSpPr>
        <p:spPr>
          <a:xfrm>
            <a:off x="1117448" y="2252605"/>
            <a:ext cx="9984" cy="59875"/>
          </a:xfrm>
          <a:custGeom>
            <a:avLst/>
            <a:gdLst/>
            <a:ahLst/>
            <a:cxnLst/>
            <a:rect l="l" t="t" r="r" b="b"/>
            <a:pathLst>
              <a:path w="701" h="4204" extrusionOk="0">
                <a:moveTo>
                  <a:pt x="367" y="0"/>
                </a:moveTo>
                <a:cubicBezTo>
                  <a:pt x="167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67" y="4203"/>
                  <a:pt x="367" y="4203"/>
                </a:cubicBezTo>
                <a:cubicBezTo>
                  <a:pt x="534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7" y="0"/>
                  <a:pt x="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4"/>
          <p:cNvSpPr/>
          <p:nvPr/>
        </p:nvSpPr>
        <p:spPr>
          <a:xfrm>
            <a:off x="1091314" y="2252605"/>
            <a:ext cx="9998" cy="59875"/>
          </a:xfrm>
          <a:custGeom>
            <a:avLst/>
            <a:gdLst/>
            <a:ahLst/>
            <a:cxnLst/>
            <a:rect l="l" t="t" r="r" b="b"/>
            <a:pathLst>
              <a:path w="702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4"/>
          <p:cNvSpPr/>
          <p:nvPr/>
        </p:nvSpPr>
        <p:spPr>
          <a:xfrm>
            <a:off x="6802329" y="2114088"/>
            <a:ext cx="29938" cy="59875"/>
          </a:xfrm>
          <a:custGeom>
            <a:avLst/>
            <a:gdLst/>
            <a:ahLst/>
            <a:cxnLst/>
            <a:rect l="l" t="t" r="r" b="b"/>
            <a:pathLst>
              <a:path w="2102" h="4204" extrusionOk="0">
                <a:moveTo>
                  <a:pt x="334" y="0"/>
                </a:moveTo>
                <a:cubicBezTo>
                  <a:pt x="134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34" y="4203"/>
                  <a:pt x="334" y="4203"/>
                </a:cubicBezTo>
                <a:lnTo>
                  <a:pt x="1735" y="4203"/>
                </a:lnTo>
                <a:cubicBezTo>
                  <a:pt x="1935" y="4203"/>
                  <a:pt x="2102" y="4037"/>
                  <a:pt x="2102" y="3836"/>
                </a:cubicBezTo>
                <a:cubicBezTo>
                  <a:pt x="2102" y="3636"/>
                  <a:pt x="1935" y="3503"/>
                  <a:pt x="1735" y="3503"/>
                </a:cubicBezTo>
                <a:lnTo>
                  <a:pt x="701" y="3503"/>
                </a:lnTo>
                <a:lnTo>
                  <a:pt x="701" y="734"/>
                </a:lnTo>
                <a:lnTo>
                  <a:pt x="1735" y="734"/>
                </a:lnTo>
                <a:cubicBezTo>
                  <a:pt x="1935" y="734"/>
                  <a:pt x="2102" y="567"/>
                  <a:pt x="2102" y="367"/>
                </a:cubicBezTo>
                <a:cubicBezTo>
                  <a:pt x="2102" y="167"/>
                  <a:pt x="1935" y="0"/>
                  <a:pt x="173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4"/>
          <p:cNvSpPr/>
          <p:nvPr/>
        </p:nvSpPr>
        <p:spPr>
          <a:xfrm>
            <a:off x="6840325" y="2114088"/>
            <a:ext cx="30422" cy="59875"/>
          </a:xfrm>
          <a:custGeom>
            <a:avLst/>
            <a:gdLst/>
            <a:ahLst/>
            <a:cxnLst/>
            <a:rect l="l" t="t" r="r" b="b"/>
            <a:pathLst>
              <a:path w="2136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cubicBezTo>
                  <a:pt x="1" y="567"/>
                  <a:pt x="168" y="734"/>
                  <a:pt x="368" y="734"/>
                </a:cubicBezTo>
                <a:lnTo>
                  <a:pt x="1402" y="734"/>
                </a:lnTo>
                <a:lnTo>
                  <a:pt x="1402" y="3503"/>
                </a:lnTo>
                <a:lnTo>
                  <a:pt x="368" y="3503"/>
                </a:lnTo>
                <a:cubicBezTo>
                  <a:pt x="168" y="3503"/>
                  <a:pt x="1" y="3636"/>
                  <a:pt x="1" y="3836"/>
                </a:cubicBezTo>
                <a:cubicBezTo>
                  <a:pt x="1" y="4037"/>
                  <a:pt x="168" y="4203"/>
                  <a:pt x="368" y="4203"/>
                </a:cubicBezTo>
                <a:lnTo>
                  <a:pt x="1769" y="4203"/>
                </a:lnTo>
                <a:cubicBezTo>
                  <a:pt x="1969" y="4203"/>
                  <a:pt x="2136" y="4037"/>
                  <a:pt x="2136" y="3836"/>
                </a:cubicBezTo>
                <a:lnTo>
                  <a:pt x="2136" y="367"/>
                </a:lnTo>
                <a:cubicBezTo>
                  <a:pt x="2136" y="167"/>
                  <a:pt x="1969" y="0"/>
                  <a:pt x="17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7" name="Google Shape;40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0750" y="2295098"/>
            <a:ext cx="3273249" cy="23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4"/>
          <p:cNvSpPr/>
          <p:nvPr/>
        </p:nvSpPr>
        <p:spPr>
          <a:xfrm>
            <a:off x="6583237" y="3249667"/>
            <a:ext cx="408290" cy="407347"/>
          </a:xfrm>
          <a:custGeom>
            <a:avLst/>
            <a:gdLst/>
            <a:ahLst/>
            <a:cxnLst/>
            <a:rect l="l" t="t" r="r" b="b"/>
            <a:pathLst>
              <a:path w="14878" h="14845" extrusionOk="0">
                <a:moveTo>
                  <a:pt x="4303" y="2636"/>
                </a:moveTo>
                <a:lnTo>
                  <a:pt x="12576" y="7440"/>
                </a:lnTo>
                <a:lnTo>
                  <a:pt x="4303" y="12210"/>
                </a:lnTo>
                <a:lnTo>
                  <a:pt x="4303" y="2636"/>
                </a:lnTo>
                <a:close/>
                <a:moveTo>
                  <a:pt x="7439" y="1"/>
                </a:moveTo>
                <a:cubicBezTo>
                  <a:pt x="3336" y="1"/>
                  <a:pt x="0" y="3303"/>
                  <a:pt x="0" y="7406"/>
                </a:cubicBezTo>
                <a:cubicBezTo>
                  <a:pt x="0" y="11542"/>
                  <a:pt x="3336" y="14845"/>
                  <a:pt x="7439" y="14845"/>
                </a:cubicBezTo>
                <a:cubicBezTo>
                  <a:pt x="11542" y="14845"/>
                  <a:pt x="14877" y="11542"/>
                  <a:pt x="14877" y="7406"/>
                </a:cubicBezTo>
                <a:cubicBezTo>
                  <a:pt x="14877" y="3303"/>
                  <a:pt x="11542" y="1"/>
                  <a:pt x="74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4"/>
          <p:cNvSpPr/>
          <p:nvPr/>
        </p:nvSpPr>
        <p:spPr>
          <a:xfrm>
            <a:off x="5455852" y="4303005"/>
            <a:ext cx="2640443" cy="14727"/>
          </a:xfrm>
          <a:custGeom>
            <a:avLst/>
            <a:gdLst/>
            <a:ahLst/>
            <a:cxnLst/>
            <a:rect l="l" t="t" r="r" b="b"/>
            <a:pathLst>
              <a:path w="148173" h="835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cubicBezTo>
                  <a:pt x="0" y="634"/>
                  <a:pt x="201" y="834"/>
                  <a:pt x="434" y="834"/>
                </a:cubicBezTo>
                <a:lnTo>
                  <a:pt x="147739" y="834"/>
                </a:lnTo>
                <a:cubicBezTo>
                  <a:pt x="147973" y="834"/>
                  <a:pt x="148173" y="634"/>
                  <a:pt x="148173" y="401"/>
                </a:cubicBezTo>
                <a:cubicBezTo>
                  <a:pt x="148173" y="167"/>
                  <a:pt x="147973" y="0"/>
                  <a:pt x="1477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4"/>
          <p:cNvSpPr/>
          <p:nvPr/>
        </p:nvSpPr>
        <p:spPr>
          <a:xfrm>
            <a:off x="5455852" y="4303005"/>
            <a:ext cx="1264953" cy="14727"/>
          </a:xfrm>
          <a:custGeom>
            <a:avLst/>
            <a:gdLst/>
            <a:ahLst/>
            <a:cxnLst/>
            <a:rect l="l" t="t" r="r" b="b"/>
            <a:pathLst>
              <a:path w="70985" h="835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cubicBezTo>
                  <a:pt x="0" y="634"/>
                  <a:pt x="201" y="834"/>
                  <a:pt x="434" y="834"/>
                </a:cubicBezTo>
                <a:lnTo>
                  <a:pt x="70984" y="834"/>
                </a:lnTo>
                <a:lnTo>
                  <a:pt x="709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4"/>
          <p:cNvSpPr/>
          <p:nvPr/>
        </p:nvSpPr>
        <p:spPr>
          <a:xfrm>
            <a:off x="6709356" y="4288879"/>
            <a:ext cx="43410" cy="42965"/>
          </a:xfrm>
          <a:custGeom>
            <a:avLst/>
            <a:gdLst/>
            <a:ahLst/>
            <a:cxnLst/>
            <a:rect l="l" t="t" r="r" b="b"/>
            <a:pathLst>
              <a:path w="2436" h="2436" extrusionOk="0">
                <a:moveTo>
                  <a:pt x="1235" y="1"/>
                </a:moveTo>
                <a:cubicBezTo>
                  <a:pt x="568" y="1"/>
                  <a:pt x="1" y="535"/>
                  <a:pt x="1" y="1202"/>
                </a:cubicBezTo>
                <a:cubicBezTo>
                  <a:pt x="1" y="1902"/>
                  <a:pt x="568" y="2436"/>
                  <a:pt x="1235" y="2436"/>
                </a:cubicBezTo>
                <a:cubicBezTo>
                  <a:pt x="1902" y="2436"/>
                  <a:pt x="2436" y="1902"/>
                  <a:pt x="2436" y="1202"/>
                </a:cubicBezTo>
                <a:cubicBezTo>
                  <a:pt x="2436" y="535"/>
                  <a:pt x="1902" y="1"/>
                  <a:pt x="12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4"/>
          <p:cNvSpPr/>
          <p:nvPr/>
        </p:nvSpPr>
        <p:spPr>
          <a:xfrm>
            <a:off x="5613430" y="4220937"/>
            <a:ext cx="39802" cy="44096"/>
          </a:xfrm>
          <a:custGeom>
            <a:avLst/>
            <a:gdLst/>
            <a:ahLst/>
            <a:cxnLst/>
            <a:rect l="l" t="t" r="r" b="b"/>
            <a:pathLst>
              <a:path w="3337" h="3697" extrusionOk="0">
                <a:moveTo>
                  <a:pt x="361" y="0"/>
                </a:moveTo>
                <a:cubicBezTo>
                  <a:pt x="175" y="0"/>
                  <a:pt x="0" y="151"/>
                  <a:pt x="0" y="380"/>
                </a:cubicBezTo>
                <a:lnTo>
                  <a:pt x="0" y="3349"/>
                </a:lnTo>
                <a:cubicBezTo>
                  <a:pt x="0" y="3551"/>
                  <a:pt x="173" y="3696"/>
                  <a:pt x="358" y="3696"/>
                </a:cubicBezTo>
                <a:cubicBezTo>
                  <a:pt x="417" y="3696"/>
                  <a:pt x="478" y="3681"/>
                  <a:pt x="534" y="3649"/>
                </a:cubicBezTo>
                <a:lnTo>
                  <a:pt x="3103" y="2148"/>
                </a:lnTo>
                <a:cubicBezTo>
                  <a:pt x="3336" y="2015"/>
                  <a:pt x="3336" y="1681"/>
                  <a:pt x="3103" y="1548"/>
                </a:cubicBezTo>
                <a:lnTo>
                  <a:pt x="534" y="47"/>
                </a:lnTo>
                <a:cubicBezTo>
                  <a:pt x="479" y="15"/>
                  <a:pt x="419" y="0"/>
                  <a:pt x="3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44"/>
          <p:cNvSpPr/>
          <p:nvPr/>
        </p:nvSpPr>
        <p:spPr>
          <a:xfrm>
            <a:off x="5661961" y="4217907"/>
            <a:ext cx="8767" cy="50143"/>
          </a:xfrm>
          <a:custGeom>
            <a:avLst/>
            <a:gdLst/>
            <a:ahLst/>
            <a:cxnLst/>
            <a:rect l="l" t="t" r="r" b="b"/>
            <a:pathLst>
              <a:path w="735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35" y="4037"/>
                  <a:pt x="735" y="3836"/>
                </a:cubicBezTo>
                <a:lnTo>
                  <a:pt x="735" y="367"/>
                </a:lnTo>
                <a:cubicBezTo>
                  <a:pt x="735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4"/>
          <p:cNvSpPr/>
          <p:nvPr/>
        </p:nvSpPr>
        <p:spPr>
          <a:xfrm>
            <a:off x="5518741" y="4217907"/>
            <a:ext cx="8361" cy="50143"/>
          </a:xfrm>
          <a:custGeom>
            <a:avLst/>
            <a:gdLst/>
            <a:ahLst/>
            <a:cxnLst/>
            <a:rect l="l" t="t" r="r" b="b"/>
            <a:pathLst>
              <a:path w="701" h="4204" extrusionOk="0">
                <a:moveTo>
                  <a:pt x="367" y="0"/>
                </a:moveTo>
                <a:cubicBezTo>
                  <a:pt x="167" y="0"/>
                  <a:pt x="0" y="167"/>
                  <a:pt x="0" y="367"/>
                </a:cubicBezTo>
                <a:lnTo>
                  <a:pt x="0" y="3836"/>
                </a:lnTo>
                <a:cubicBezTo>
                  <a:pt x="0" y="4037"/>
                  <a:pt x="167" y="4203"/>
                  <a:pt x="367" y="4203"/>
                </a:cubicBezTo>
                <a:cubicBezTo>
                  <a:pt x="534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7" y="0"/>
                  <a:pt x="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4"/>
          <p:cNvSpPr/>
          <p:nvPr/>
        </p:nvSpPr>
        <p:spPr>
          <a:xfrm>
            <a:off x="5496854" y="4217907"/>
            <a:ext cx="8373" cy="50143"/>
          </a:xfrm>
          <a:custGeom>
            <a:avLst/>
            <a:gdLst/>
            <a:ahLst/>
            <a:cxnLst/>
            <a:rect l="l" t="t" r="r" b="b"/>
            <a:pathLst>
              <a:path w="702" h="4204" extrusionOk="0">
                <a:moveTo>
                  <a:pt x="368" y="0"/>
                </a:moveTo>
                <a:cubicBezTo>
                  <a:pt x="168" y="0"/>
                  <a:pt x="1" y="167"/>
                  <a:pt x="1" y="367"/>
                </a:cubicBezTo>
                <a:lnTo>
                  <a:pt x="1" y="3836"/>
                </a:lnTo>
                <a:cubicBezTo>
                  <a:pt x="1" y="4037"/>
                  <a:pt x="168" y="4203"/>
                  <a:pt x="368" y="4203"/>
                </a:cubicBezTo>
                <a:cubicBezTo>
                  <a:pt x="568" y="4203"/>
                  <a:pt x="701" y="4037"/>
                  <a:pt x="701" y="3836"/>
                </a:cubicBezTo>
                <a:lnTo>
                  <a:pt x="701" y="367"/>
                </a:lnTo>
                <a:cubicBezTo>
                  <a:pt x="701" y="167"/>
                  <a:pt x="568" y="0"/>
                  <a:pt x="3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6" y="668663"/>
            <a:ext cx="3327676" cy="187640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0" b="4148"/>
          <a:stretch/>
        </p:blipFill>
        <p:spPr>
          <a:xfrm>
            <a:off x="5423891" y="2457450"/>
            <a:ext cx="2761259" cy="1987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2"/>
          <p:cNvPicPr preferRelativeResize="0"/>
          <p:nvPr/>
        </p:nvPicPr>
        <p:blipFill rotWithShape="1">
          <a:blip r:embed="rId3">
            <a:alphaModFix/>
          </a:blip>
          <a:srcRect r="37496"/>
          <a:stretch/>
        </p:blipFill>
        <p:spPr>
          <a:xfrm>
            <a:off x="331425" y="271375"/>
            <a:ext cx="4224900" cy="4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/>
          <p:nvPr/>
        </p:nvSpPr>
        <p:spPr>
          <a:xfrm rot="-5400000">
            <a:off x="6349650" y="643825"/>
            <a:ext cx="1057500" cy="31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32"/>
          <p:cNvPicPr preferRelativeResize="0"/>
          <p:nvPr/>
        </p:nvPicPr>
        <p:blipFill rotWithShape="1">
          <a:blip r:embed="rId4">
            <a:alphaModFix amt="32000"/>
          </a:blip>
          <a:srcRect r="37496"/>
          <a:stretch/>
        </p:blipFill>
        <p:spPr>
          <a:xfrm>
            <a:off x="331425" y="271375"/>
            <a:ext cx="4224900" cy="4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2"/>
          <p:cNvSpPr txBox="1">
            <a:spLocks noGrp="1"/>
          </p:cNvSpPr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rgbClr val="FFFFFF"/>
                </a:solidFill>
              </a:rPr>
              <a:t>Features for Users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211" name="Google Shape;211;p32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30669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Font typeface="Wingdings" panose="05000000000000000000" pitchFamily="2" charset="2"/>
              <a:buChar char="ü"/>
            </a:pPr>
            <a:r>
              <a:rPr lang="en-US" b="1" dirty="0" smtClean="0"/>
              <a:t>Secure User </a:t>
            </a:r>
            <a:r>
              <a:rPr lang="en-US" b="1" dirty="0"/>
              <a:t>Authentication</a:t>
            </a:r>
            <a:r>
              <a:rPr lang="en-US" dirty="0"/>
              <a:t> (Sign Up, </a:t>
            </a:r>
            <a:r>
              <a:rPr lang="en-US" dirty="0" smtClean="0"/>
              <a:t>Login, Encryption)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1" dirty="0"/>
              <a:t>Property Viewing &amp; </a:t>
            </a:r>
            <a:r>
              <a:rPr lang="en-US" b="1" dirty="0" smtClean="0"/>
              <a:t>Details</a:t>
            </a:r>
            <a:r>
              <a:rPr lang="en-US" dirty="0" smtClean="0"/>
              <a:t>(Users can browse available properties, each includes details and photos)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1" dirty="0"/>
              <a:t>Reservation Management</a:t>
            </a:r>
            <a:r>
              <a:rPr lang="en-US" dirty="0"/>
              <a:t> (Booking, Viewing, Contacting Admin</a:t>
            </a:r>
            <a:r>
              <a:rPr lang="en-US" dirty="0" smtClean="0"/>
              <a:t>)</a:t>
            </a:r>
          </a:p>
          <a:p>
            <a:pPr algn="l">
              <a:buFont typeface="Wingdings" panose="05000000000000000000" pitchFamily="2" charset="2"/>
              <a:buChar char="ü"/>
            </a:pPr>
            <a:endParaRPr lang="en-US" dirty="0"/>
          </a:p>
          <a:p>
            <a:pPr lvl="0" algn="l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212" name="Google Shape;212;p32"/>
          <p:cNvSpPr/>
          <p:nvPr/>
        </p:nvSpPr>
        <p:spPr>
          <a:xfrm rot="-5400000">
            <a:off x="6600" y="1660525"/>
            <a:ext cx="1057500" cy="10707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/>
          <p:nvPr/>
        </p:nvSpPr>
        <p:spPr>
          <a:xfrm rot="-5400000">
            <a:off x="3797246" y="-82750"/>
            <a:ext cx="1553100" cy="79851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8;p32"/>
          <p:cNvSpPr/>
          <p:nvPr/>
        </p:nvSpPr>
        <p:spPr>
          <a:xfrm>
            <a:off x="5784850" y="1282700"/>
            <a:ext cx="2838450" cy="128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solidFill>
                  <a:srgbClr val="FFFFFF"/>
                </a:solidFill>
                <a:latin typeface="Livvic"/>
              </a:rPr>
              <a:t>Features for Admin</a:t>
            </a:r>
            <a:endParaRPr sz="2800" dirty="0">
              <a:latin typeface="Livvic"/>
            </a:endParaRPr>
          </a:p>
        </p:txBody>
      </p:sp>
      <p:sp>
        <p:nvSpPr>
          <p:cNvPr id="6" name="Oval 5"/>
          <p:cNvSpPr/>
          <p:nvPr/>
        </p:nvSpPr>
        <p:spPr>
          <a:xfrm>
            <a:off x="995162" y="3210356"/>
            <a:ext cx="624088" cy="600425"/>
          </a:xfrm>
          <a:prstGeom prst="ellipse">
            <a:avLst/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Rectangle 8" descr="House"/>
          <p:cNvSpPr/>
          <p:nvPr/>
        </p:nvSpPr>
        <p:spPr>
          <a:xfrm>
            <a:off x="1077624" y="3312737"/>
            <a:ext cx="459163" cy="395662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dgm="http://schemas.openxmlformats.org/drawingml/2006/diagram" xmlns:asvg="http://schemas.microsoft.com/office/drawing/2016/SVG/main" xmlns:lc="http://schemas.openxmlformats.org/drawingml/2006/lockedCanvas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907156" y="3873438"/>
            <a:ext cx="1424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Catamaran Light"/>
              </a:rPr>
              <a:t>Property Management</a:t>
            </a:r>
            <a:r>
              <a:rPr lang="en-US" sz="1000" dirty="0">
                <a:solidFill>
                  <a:schemeClr val="bg1"/>
                </a:solidFill>
                <a:latin typeface="Catamaran Light"/>
              </a:rPr>
              <a:t> (Add, Edit, Remove Listings)</a:t>
            </a:r>
          </a:p>
          <a:p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4261751" y="3210355"/>
            <a:ext cx="624088" cy="600425"/>
          </a:xfrm>
          <a:prstGeom prst="ellipse">
            <a:avLst/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Oval 12"/>
          <p:cNvSpPr/>
          <p:nvPr/>
        </p:nvSpPr>
        <p:spPr>
          <a:xfrm>
            <a:off x="7487551" y="3264700"/>
            <a:ext cx="624088" cy="600425"/>
          </a:xfrm>
          <a:prstGeom prst="ellipse">
            <a:avLst/>
          </a:prstGeom>
        </p:spPr>
        <p:style>
          <a:lnRef idx="0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 descr="Call center"/>
          <p:cNvSpPr/>
          <p:nvPr/>
        </p:nvSpPr>
        <p:spPr>
          <a:xfrm>
            <a:off x="4334689" y="3264700"/>
            <a:ext cx="478212" cy="459162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dgm="http://schemas.openxmlformats.org/drawingml/2006/diagram" xmlns:asvg="http://schemas.microsoft.com/office/drawing/2016/SVG/main" xmlns:lc="http://schemas.openxmlformats.org/drawingml/2006/lockedCanvas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4102100" y="3873438"/>
            <a:ext cx="11557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  <a:latin typeface="Catamaran Light"/>
              </a:rPr>
              <a:t>Reservation Management</a:t>
            </a:r>
          </a:p>
          <a:p>
            <a:r>
              <a:rPr lang="en-US" sz="1000" dirty="0" smtClean="0">
                <a:solidFill>
                  <a:schemeClr val="bg1"/>
                </a:solidFill>
                <a:latin typeface="Catamaran Light"/>
              </a:rPr>
              <a:t>(View, Edit &amp; Cancel Reservations)</a:t>
            </a:r>
            <a:endParaRPr lang="en-US" sz="1000" dirty="0">
              <a:solidFill>
                <a:schemeClr val="bg1"/>
              </a:solidFill>
              <a:latin typeface="Catamaran Light"/>
            </a:endParaRPr>
          </a:p>
        </p:txBody>
      </p:sp>
      <p:sp>
        <p:nvSpPr>
          <p:cNvPr id="17" name="Rectangle 16" descr="Cycle with People"/>
          <p:cNvSpPr/>
          <p:nvPr/>
        </p:nvSpPr>
        <p:spPr>
          <a:xfrm>
            <a:off x="7509688" y="3237316"/>
            <a:ext cx="579813" cy="592513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dgm="http://schemas.openxmlformats.org/drawingml/2006/diagram" xmlns:asvg="http://schemas.microsoft.com/office/drawing/2016/SVG/main" xmlns:lc="http://schemas.openxmlformats.org/drawingml/2006/lockedCanvas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7487551" y="3928642"/>
            <a:ext cx="1143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Catamaran Light"/>
              </a:rPr>
              <a:t>User Management</a:t>
            </a:r>
            <a:r>
              <a:rPr lang="en-US" sz="1000" dirty="0">
                <a:solidFill>
                  <a:schemeClr val="bg1"/>
                </a:solidFill>
                <a:latin typeface="Catamaran Light"/>
              </a:rPr>
              <a:t> (</a:t>
            </a:r>
            <a:r>
              <a:rPr lang="en-US" sz="1000" dirty="0" smtClean="0">
                <a:solidFill>
                  <a:schemeClr val="bg1"/>
                </a:solidFill>
                <a:latin typeface="Catamaran Light"/>
              </a:rPr>
              <a:t>View, Edit &amp; </a:t>
            </a:r>
            <a:r>
              <a:rPr lang="en-US" sz="1000" dirty="0">
                <a:solidFill>
                  <a:schemeClr val="bg1"/>
                </a:solidFill>
                <a:latin typeface="Catamaran Light"/>
              </a:rPr>
              <a:t>Remove Users) </a:t>
            </a:r>
          </a:p>
          <a:p>
            <a:endParaRPr lang="en-US" sz="1000" dirty="0">
              <a:solidFill>
                <a:schemeClr val="bg1"/>
              </a:solidFill>
              <a:latin typeface="Catamaran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31" y="0"/>
            <a:ext cx="8472619" cy="5143500"/>
          </a:xfrm>
          <a:prstGeom prst="rect">
            <a:avLst/>
          </a:prstGeom>
        </p:spPr>
      </p:pic>
      <p:sp>
        <p:nvSpPr>
          <p:cNvPr id="224" name="Google Shape;224;p34"/>
          <p:cNvSpPr/>
          <p:nvPr/>
        </p:nvSpPr>
        <p:spPr>
          <a:xfrm rot="5400000">
            <a:off x="-752200" y="2013850"/>
            <a:ext cx="4059900" cy="111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4"/>
          <p:cNvSpPr/>
          <p:nvPr/>
        </p:nvSpPr>
        <p:spPr>
          <a:xfrm rot="-5400000" flipH="1">
            <a:off x="2988953" y="-502702"/>
            <a:ext cx="1440300" cy="3529201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ctrTitle"/>
          </p:nvPr>
        </p:nvSpPr>
        <p:spPr>
          <a:xfrm rot="-5400000">
            <a:off x="-166300" y="1994825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rgbClr val="FFFFFF"/>
                </a:solidFill>
              </a:rPr>
              <a:t>Technologies Used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4501" y="1193800"/>
            <a:ext cx="19621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Livvic"/>
              </a:rPr>
              <a:t>Front-end:</a:t>
            </a:r>
            <a:r>
              <a:rPr lang="en-US" dirty="0">
                <a:solidFill>
                  <a:schemeClr val="bg1"/>
                </a:solidFill>
                <a:latin typeface="Livvic"/>
              </a:rPr>
              <a:t> HTML, CSS, Bootstrap, JavaScript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015551" y="1193800"/>
            <a:ext cx="1104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Livvic"/>
              </a:rPr>
              <a:t>Back-end:</a:t>
            </a:r>
            <a:r>
              <a:rPr lang="en-US" dirty="0">
                <a:solidFill>
                  <a:schemeClr val="bg1"/>
                </a:solidFill>
                <a:latin typeface="Livvic"/>
              </a:rPr>
              <a:t> PHP, MySQL</a:t>
            </a:r>
          </a:p>
          <a:p>
            <a:endParaRPr lang="en-US" dirty="0"/>
          </a:p>
        </p:txBody>
      </p:sp>
      <p:sp>
        <p:nvSpPr>
          <p:cNvPr id="11" name="Google Shape;226;p34"/>
          <p:cNvSpPr/>
          <p:nvPr/>
        </p:nvSpPr>
        <p:spPr>
          <a:xfrm rot="-5400000" flipH="1">
            <a:off x="6483150" y="1947125"/>
            <a:ext cx="1440300" cy="38814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3078" y="3820724"/>
            <a:ext cx="1223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  <a:latin typeface="Livvic"/>
              </a:rPr>
              <a:t>Data Handling:</a:t>
            </a:r>
            <a:r>
              <a:rPr lang="en-US" dirty="0">
                <a:solidFill>
                  <a:schemeClr val="bg1"/>
                </a:solidFill>
                <a:latin typeface="Livvic"/>
              </a:rPr>
              <a:t> JSON, AJAX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40" y="3949776"/>
            <a:ext cx="10096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Livvic"/>
              </a:rPr>
              <a:t>Security </a:t>
            </a:r>
            <a:r>
              <a:rPr lang="en-US" sz="1200" b="1" dirty="0" smtClean="0">
                <a:solidFill>
                  <a:schemeClr val="bg1"/>
                </a:solidFill>
                <a:latin typeface="Livvic"/>
              </a:rPr>
              <a:t> Measures: Encryption</a:t>
            </a:r>
            <a:r>
              <a:rPr lang="en-US" sz="1200" dirty="0" smtClean="0">
                <a:solidFill>
                  <a:schemeClr val="bg1"/>
                </a:solidFill>
                <a:latin typeface="Livvic"/>
              </a:rPr>
              <a:t> </a:t>
            </a:r>
            <a:endParaRPr lang="en-US" sz="1200" dirty="0">
              <a:solidFill>
                <a:schemeClr val="bg1"/>
              </a:solidFill>
              <a:latin typeface="Livvic"/>
            </a:endParaRPr>
          </a:p>
          <a:p>
            <a:endParaRPr lang="en-US" dirty="0"/>
          </a:p>
        </p:txBody>
      </p:sp>
      <p:grpSp>
        <p:nvGrpSpPr>
          <p:cNvPr id="16" name="Google Shape;7474;p66"/>
          <p:cNvGrpSpPr/>
          <p:nvPr/>
        </p:nvGrpSpPr>
        <p:grpSpPr>
          <a:xfrm>
            <a:off x="2426043" y="751028"/>
            <a:ext cx="647357" cy="436448"/>
            <a:chOff x="7009649" y="1541981"/>
            <a:chExt cx="524940" cy="320655"/>
          </a:xfrm>
          <a:solidFill>
            <a:schemeClr val="accent1">
              <a:lumMod val="50000"/>
            </a:schemeClr>
          </a:solidFill>
        </p:grpSpPr>
        <p:sp>
          <p:nvSpPr>
            <p:cNvPr id="17" name="Google Shape;7475;p66"/>
            <p:cNvSpPr/>
            <p:nvPr/>
          </p:nvSpPr>
          <p:spPr>
            <a:xfrm>
              <a:off x="7009649" y="1541981"/>
              <a:ext cx="524940" cy="320655"/>
            </a:xfrm>
            <a:custGeom>
              <a:avLst/>
              <a:gdLst/>
              <a:ahLst/>
              <a:cxnLst/>
              <a:rect l="l" t="t" r="r" b="b"/>
              <a:pathLst>
                <a:path w="16492" h="10074" extrusionOk="0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76;p66"/>
            <p:cNvSpPr/>
            <p:nvPr/>
          </p:nvSpPr>
          <p:spPr>
            <a:xfrm>
              <a:off x="7110104" y="1604909"/>
              <a:ext cx="61782" cy="41697"/>
            </a:xfrm>
            <a:custGeom>
              <a:avLst/>
              <a:gdLst/>
              <a:ahLst/>
              <a:cxnLst/>
              <a:rect l="l" t="t" r="r" b="b"/>
              <a:pathLst>
                <a:path w="1941" h="1310" extrusionOk="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477;p66"/>
            <p:cNvSpPr/>
            <p:nvPr/>
          </p:nvSpPr>
          <p:spPr>
            <a:xfrm>
              <a:off x="7110455" y="1655296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478;p66"/>
            <p:cNvSpPr/>
            <p:nvPr/>
          </p:nvSpPr>
          <p:spPr>
            <a:xfrm>
              <a:off x="7146104" y="1676909"/>
              <a:ext cx="61050" cy="41729"/>
            </a:xfrm>
            <a:custGeom>
              <a:avLst/>
              <a:gdLst/>
              <a:ahLst/>
              <a:cxnLst/>
              <a:rect l="l" t="t" r="r" b="b"/>
              <a:pathLst>
                <a:path w="1918" h="1311" extrusionOk="0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479;p66"/>
            <p:cNvSpPr/>
            <p:nvPr/>
          </p:nvSpPr>
          <p:spPr>
            <a:xfrm>
              <a:off x="7110455" y="1726563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480;p66"/>
            <p:cNvSpPr/>
            <p:nvPr/>
          </p:nvSpPr>
          <p:spPr>
            <a:xfrm>
              <a:off x="7262825" y="1636739"/>
              <a:ext cx="48541" cy="80371"/>
            </a:xfrm>
            <a:custGeom>
              <a:avLst/>
              <a:gdLst/>
              <a:ahLst/>
              <a:cxnLst/>
              <a:rect l="l" t="t" r="r" b="b"/>
              <a:pathLst>
                <a:path w="1525" h="2525" extrusionOk="0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481;p66"/>
            <p:cNvSpPr/>
            <p:nvPr/>
          </p:nvSpPr>
          <p:spPr>
            <a:xfrm>
              <a:off x="7380691" y="1636357"/>
              <a:ext cx="48891" cy="80371"/>
            </a:xfrm>
            <a:custGeom>
              <a:avLst/>
              <a:gdLst/>
              <a:ahLst/>
              <a:cxnLst/>
              <a:rect l="l" t="t" r="r" b="b"/>
              <a:pathLst>
                <a:path w="1536" h="2525" extrusionOk="0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482;p66"/>
            <p:cNvSpPr/>
            <p:nvPr/>
          </p:nvSpPr>
          <p:spPr>
            <a:xfrm>
              <a:off x="7321933" y="1626744"/>
              <a:ext cx="48923" cy="99851"/>
            </a:xfrm>
            <a:custGeom>
              <a:avLst/>
              <a:gdLst/>
              <a:ahLst/>
              <a:cxnLst/>
              <a:rect l="l" t="t" r="r" b="b"/>
              <a:pathLst>
                <a:path w="1537" h="3137" extrusionOk="0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7549;p66"/>
          <p:cNvGrpSpPr/>
          <p:nvPr/>
        </p:nvGrpSpPr>
        <p:grpSpPr>
          <a:xfrm>
            <a:off x="4368948" y="805982"/>
            <a:ext cx="431652" cy="381494"/>
            <a:chOff x="6099375" y="2456075"/>
            <a:chExt cx="337684" cy="314194"/>
          </a:xfrm>
          <a:solidFill>
            <a:schemeClr val="tx1"/>
          </a:solidFill>
        </p:grpSpPr>
        <p:sp>
          <p:nvSpPr>
            <p:cNvPr id="29" name="Google Shape;7550;p66"/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551;p66"/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7483;p66"/>
          <p:cNvGrpSpPr/>
          <p:nvPr/>
        </p:nvGrpSpPr>
        <p:grpSpPr>
          <a:xfrm>
            <a:off x="5811087" y="3376439"/>
            <a:ext cx="356655" cy="335425"/>
            <a:chOff x="849016" y="2903255"/>
            <a:chExt cx="356655" cy="335425"/>
          </a:xfrm>
          <a:solidFill>
            <a:schemeClr val="tx1"/>
          </a:solidFill>
        </p:grpSpPr>
        <p:sp>
          <p:nvSpPr>
            <p:cNvPr id="56" name="Google Shape;7484;p66"/>
            <p:cNvSpPr/>
            <p:nvPr/>
          </p:nvSpPr>
          <p:spPr>
            <a:xfrm>
              <a:off x="849016" y="2903255"/>
              <a:ext cx="356655" cy="335425"/>
            </a:xfrm>
            <a:custGeom>
              <a:avLst/>
              <a:gdLst/>
              <a:ahLst/>
              <a:cxnLst/>
              <a:rect l="l" t="t" r="r" b="b"/>
              <a:pathLst>
                <a:path w="11205" h="10538" extrusionOk="0">
                  <a:moveTo>
                    <a:pt x="9835" y="3192"/>
                  </a:moveTo>
                  <a:lnTo>
                    <a:pt x="9835" y="3680"/>
                  </a:lnTo>
                  <a:lnTo>
                    <a:pt x="2692" y="3680"/>
                  </a:lnTo>
                  <a:cubicBezTo>
                    <a:pt x="2608" y="3680"/>
                    <a:pt x="2525" y="3751"/>
                    <a:pt x="2525" y="3847"/>
                  </a:cubicBezTo>
                  <a:cubicBezTo>
                    <a:pt x="2525" y="3930"/>
                    <a:pt x="2608" y="4013"/>
                    <a:pt x="2692" y="4013"/>
                  </a:cubicBezTo>
                  <a:lnTo>
                    <a:pt x="10824" y="4013"/>
                  </a:lnTo>
                  <a:cubicBezTo>
                    <a:pt x="10847" y="4013"/>
                    <a:pt x="10883" y="4037"/>
                    <a:pt x="10883" y="4073"/>
                  </a:cubicBezTo>
                  <a:lnTo>
                    <a:pt x="10883" y="6478"/>
                  </a:lnTo>
                  <a:cubicBezTo>
                    <a:pt x="10883" y="6514"/>
                    <a:pt x="10847" y="6537"/>
                    <a:pt x="10824" y="6537"/>
                  </a:cubicBezTo>
                  <a:lnTo>
                    <a:pt x="382" y="6537"/>
                  </a:lnTo>
                  <a:cubicBezTo>
                    <a:pt x="358" y="6537"/>
                    <a:pt x="322" y="6502"/>
                    <a:pt x="322" y="6478"/>
                  </a:cubicBezTo>
                  <a:lnTo>
                    <a:pt x="322" y="4073"/>
                  </a:lnTo>
                  <a:cubicBezTo>
                    <a:pt x="322" y="4037"/>
                    <a:pt x="358" y="4013"/>
                    <a:pt x="382" y="4013"/>
                  </a:cubicBezTo>
                  <a:lnTo>
                    <a:pt x="2025" y="4013"/>
                  </a:lnTo>
                  <a:cubicBezTo>
                    <a:pt x="2108" y="4013"/>
                    <a:pt x="2192" y="3930"/>
                    <a:pt x="2192" y="3847"/>
                  </a:cubicBezTo>
                  <a:cubicBezTo>
                    <a:pt x="2192" y="3751"/>
                    <a:pt x="2108" y="3680"/>
                    <a:pt x="2025" y="3680"/>
                  </a:cubicBezTo>
                  <a:lnTo>
                    <a:pt x="1394" y="3680"/>
                  </a:lnTo>
                  <a:lnTo>
                    <a:pt x="1394" y="3192"/>
                  </a:lnTo>
                  <a:close/>
                  <a:moveTo>
                    <a:pt x="9824" y="6871"/>
                  </a:moveTo>
                  <a:lnTo>
                    <a:pt x="9824" y="7359"/>
                  </a:lnTo>
                  <a:lnTo>
                    <a:pt x="1382" y="7359"/>
                  </a:lnTo>
                  <a:lnTo>
                    <a:pt x="1382" y="6871"/>
                  </a:lnTo>
                  <a:close/>
                  <a:moveTo>
                    <a:pt x="382" y="1"/>
                  </a:moveTo>
                  <a:cubicBezTo>
                    <a:pt x="179" y="1"/>
                    <a:pt x="1" y="180"/>
                    <a:pt x="1" y="394"/>
                  </a:cubicBezTo>
                  <a:lnTo>
                    <a:pt x="1" y="2799"/>
                  </a:lnTo>
                  <a:cubicBezTo>
                    <a:pt x="1" y="3013"/>
                    <a:pt x="179" y="3192"/>
                    <a:pt x="382" y="3192"/>
                  </a:cubicBezTo>
                  <a:lnTo>
                    <a:pt x="1061" y="3192"/>
                  </a:lnTo>
                  <a:lnTo>
                    <a:pt x="1061" y="3680"/>
                  </a:lnTo>
                  <a:lnTo>
                    <a:pt x="382" y="3680"/>
                  </a:lnTo>
                  <a:cubicBezTo>
                    <a:pt x="179" y="3680"/>
                    <a:pt x="1" y="3859"/>
                    <a:pt x="1" y="4073"/>
                  </a:cubicBezTo>
                  <a:lnTo>
                    <a:pt x="1" y="6478"/>
                  </a:lnTo>
                  <a:cubicBezTo>
                    <a:pt x="1" y="6692"/>
                    <a:pt x="179" y="6871"/>
                    <a:pt x="382" y="6871"/>
                  </a:cubicBezTo>
                  <a:lnTo>
                    <a:pt x="1061" y="6871"/>
                  </a:lnTo>
                  <a:lnTo>
                    <a:pt x="1061" y="7359"/>
                  </a:lnTo>
                  <a:lnTo>
                    <a:pt x="382" y="7359"/>
                  </a:lnTo>
                  <a:cubicBezTo>
                    <a:pt x="179" y="7359"/>
                    <a:pt x="1" y="7538"/>
                    <a:pt x="1" y="7740"/>
                  </a:cubicBezTo>
                  <a:lnTo>
                    <a:pt x="1" y="10157"/>
                  </a:lnTo>
                  <a:cubicBezTo>
                    <a:pt x="1" y="10359"/>
                    <a:pt x="179" y="10538"/>
                    <a:pt x="382" y="10538"/>
                  </a:cubicBezTo>
                  <a:lnTo>
                    <a:pt x="5002" y="10538"/>
                  </a:lnTo>
                  <a:cubicBezTo>
                    <a:pt x="5085" y="10538"/>
                    <a:pt x="5168" y="10466"/>
                    <a:pt x="5168" y="10383"/>
                  </a:cubicBezTo>
                  <a:cubicBezTo>
                    <a:pt x="5168" y="10288"/>
                    <a:pt x="5085" y="10216"/>
                    <a:pt x="5002" y="10216"/>
                  </a:cubicBezTo>
                  <a:lnTo>
                    <a:pt x="382" y="10216"/>
                  </a:lnTo>
                  <a:cubicBezTo>
                    <a:pt x="358" y="10216"/>
                    <a:pt x="322" y="10181"/>
                    <a:pt x="322" y="10157"/>
                  </a:cubicBezTo>
                  <a:lnTo>
                    <a:pt x="322" y="7740"/>
                  </a:lnTo>
                  <a:cubicBezTo>
                    <a:pt x="322" y="7716"/>
                    <a:pt x="358" y="7680"/>
                    <a:pt x="382" y="7680"/>
                  </a:cubicBezTo>
                  <a:lnTo>
                    <a:pt x="10824" y="7680"/>
                  </a:lnTo>
                  <a:cubicBezTo>
                    <a:pt x="10847" y="7680"/>
                    <a:pt x="10883" y="7716"/>
                    <a:pt x="10883" y="7740"/>
                  </a:cubicBezTo>
                  <a:lnTo>
                    <a:pt x="10883" y="10157"/>
                  </a:lnTo>
                  <a:cubicBezTo>
                    <a:pt x="10883" y="10181"/>
                    <a:pt x="10847" y="10216"/>
                    <a:pt x="10824" y="10216"/>
                  </a:cubicBezTo>
                  <a:lnTo>
                    <a:pt x="5716" y="10216"/>
                  </a:lnTo>
                  <a:cubicBezTo>
                    <a:pt x="5621" y="10216"/>
                    <a:pt x="5549" y="10288"/>
                    <a:pt x="5549" y="10383"/>
                  </a:cubicBezTo>
                  <a:cubicBezTo>
                    <a:pt x="5549" y="10466"/>
                    <a:pt x="5621" y="10538"/>
                    <a:pt x="5716" y="10538"/>
                  </a:cubicBezTo>
                  <a:lnTo>
                    <a:pt x="10824" y="10538"/>
                  </a:lnTo>
                  <a:cubicBezTo>
                    <a:pt x="11026" y="10538"/>
                    <a:pt x="11205" y="10359"/>
                    <a:pt x="11205" y="10157"/>
                  </a:cubicBezTo>
                  <a:lnTo>
                    <a:pt x="11205" y="7740"/>
                  </a:lnTo>
                  <a:cubicBezTo>
                    <a:pt x="11205" y="7538"/>
                    <a:pt x="11026" y="7359"/>
                    <a:pt x="10824" y="7359"/>
                  </a:cubicBezTo>
                  <a:lnTo>
                    <a:pt x="10145" y="7359"/>
                  </a:lnTo>
                  <a:lnTo>
                    <a:pt x="10145" y="6871"/>
                  </a:lnTo>
                  <a:lnTo>
                    <a:pt x="10824" y="6871"/>
                  </a:lnTo>
                  <a:cubicBezTo>
                    <a:pt x="11026" y="6871"/>
                    <a:pt x="11205" y="6692"/>
                    <a:pt x="11205" y="6478"/>
                  </a:cubicBezTo>
                  <a:lnTo>
                    <a:pt x="11205" y="4073"/>
                  </a:lnTo>
                  <a:cubicBezTo>
                    <a:pt x="11205" y="3859"/>
                    <a:pt x="11026" y="3680"/>
                    <a:pt x="10824" y="3680"/>
                  </a:cubicBezTo>
                  <a:lnTo>
                    <a:pt x="10145" y="3680"/>
                  </a:lnTo>
                  <a:lnTo>
                    <a:pt x="10145" y="3192"/>
                  </a:lnTo>
                  <a:lnTo>
                    <a:pt x="10824" y="3192"/>
                  </a:lnTo>
                  <a:cubicBezTo>
                    <a:pt x="11026" y="3192"/>
                    <a:pt x="11205" y="3013"/>
                    <a:pt x="11205" y="2799"/>
                  </a:cubicBezTo>
                  <a:lnTo>
                    <a:pt x="11205" y="394"/>
                  </a:lnTo>
                  <a:cubicBezTo>
                    <a:pt x="11205" y="180"/>
                    <a:pt x="11026" y="1"/>
                    <a:pt x="10824" y="1"/>
                  </a:cubicBezTo>
                  <a:lnTo>
                    <a:pt x="9716" y="1"/>
                  </a:lnTo>
                  <a:cubicBezTo>
                    <a:pt x="9633" y="1"/>
                    <a:pt x="9550" y="72"/>
                    <a:pt x="9550" y="168"/>
                  </a:cubicBezTo>
                  <a:cubicBezTo>
                    <a:pt x="9550" y="251"/>
                    <a:pt x="9633" y="334"/>
                    <a:pt x="9716" y="334"/>
                  </a:cubicBezTo>
                  <a:lnTo>
                    <a:pt x="10824" y="334"/>
                  </a:lnTo>
                  <a:cubicBezTo>
                    <a:pt x="10847" y="334"/>
                    <a:pt x="10883" y="358"/>
                    <a:pt x="10883" y="394"/>
                  </a:cubicBezTo>
                  <a:lnTo>
                    <a:pt x="10883" y="2799"/>
                  </a:lnTo>
                  <a:cubicBezTo>
                    <a:pt x="10883" y="2835"/>
                    <a:pt x="10847" y="2858"/>
                    <a:pt x="10824" y="2858"/>
                  </a:cubicBezTo>
                  <a:lnTo>
                    <a:pt x="382" y="2858"/>
                  </a:lnTo>
                  <a:cubicBezTo>
                    <a:pt x="358" y="2858"/>
                    <a:pt x="322" y="2835"/>
                    <a:pt x="322" y="2799"/>
                  </a:cubicBezTo>
                  <a:lnTo>
                    <a:pt x="322" y="394"/>
                  </a:lnTo>
                  <a:cubicBezTo>
                    <a:pt x="322" y="358"/>
                    <a:pt x="358" y="334"/>
                    <a:pt x="382" y="334"/>
                  </a:cubicBezTo>
                  <a:lnTo>
                    <a:pt x="9062" y="334"/>
                  </a:lnTo>
                  <a:cubicBezTo>
                    <a:pt x="9157" y="334"/>
                    <a:pt x="9228" y="251"/>
                    <a:pt x="9228" y="168"/>
                  </a:cubicBezTo>
                  <a:cubicBezTo>
                    <a:pt x="9228" y="72"/>
                    <a:pt x="9157" y="1"/>
                    <a:pt x="9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485;p66"/>
            <p:cNvSpPr/>
            <p:nvPr/>
          </p:nvSpPr>
          <p:spPr>
            <a:xfrm>
              <a:off x="1137046" y="2932825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70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486;p66"/>
            <p:cNvSpPr/>
            <p:nvPr/>
          </p:nvSpPr>
          <p:spPr>
            <a:xfrm>
              <a:off x="1080579" y="2932825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70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487;p66"/>
            <p:cNvSpPr/>
            <p:nvPr/>
          </p:nvSpPr>
          <p:spPr>
            <a:xfrm>
              <a:off x="879350" y="2949122"/>
              <a:ext cx="187988" cy="10631"/>
            </a:xfrm>
            <a:custGeom>
              <a:avLst/>
              <a:gdLst/>
              <a:ahLst/>
              <a:cxnLst/>
              <a:rect l="l" t="t" r="r" b="b"/>
              <a:pathLst>
                <a:path w="5906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739" y="334"/>
                  </a:lnTo>
                  <a:cubicBezTo>
                    <a:pt x="5834" y="334"/>
                    <a:pt x="5906" y="263"/>
                    <a:pt x="5906" y="167"/>
                  </a:cubicBezTo>
                  <a:cubicBezTo>
                    <a:pt x="5906" y="84"/>
                    <a:pt x="5834" y="1"/>
                    <a:pt x="5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488;p66"/>
            <p:cNvSpPr/>
            <p:nvPr/>
          </p:nvSpPr>
          <p:spPr>
            <a:xfrm>
              <a:off x="1137046" y="3050309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82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489;p66"/>
            <p:cNvSpPr/>
            <p:nvPr/>
          </p:nvSpPr>
          <p:spPr>
            <a:xfrm>
              <a:off x="1080579" y="3050309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82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490;p66"/>
            <p:cNvSpPr/>
            <p:nvPr/>
          </p:nvSpPr>
          <p:spPr>
            <a:xfrm>
              <a:off x="879350" y="3066988"/>
              <a:ext cx="187988" cy="10249"/>
            </a:xfrm>
            <a:custGeom>
              <a:avLst/>
              <a:gdLst/>
              <a:ahLst/>
              <a:cxnLst/>
              <a:rect l="l" t="t" r="r" b="b"/>
              <a:pathLst>
                <a:path w="590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72"/>
                    <a:pt x="5834" y="0"/>
                    <a:pt x="57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491;p66"/>
            <p:cNvSpPr/>
            <p:nvPr/>
          </p:nvSpPr>
          <p:spPr>
            <a:xfrm>
              <a:off x="1137046" y="3167794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10"/>
                  </a:moveTo>
                  <a:cubicBezTo>
                    <a:pt x="882" y="310"/>
                    <a:pt x="1036" y="477"/>
                    <a:pt x="1036" y="667"/>
                  </a:cubicBezTo>
                  <a:cubicBezTo>
                    <a:pt x="1036" y="870"/>
                    <a:pt x="882" y="1024"/>
                    <a:pt x="679" y="1024"/>
                  </a:cubicBezTo>
                  <a:cubicBezTo>
                    <a:pt x="489" y="1024"/>
                    <a:pt x="322" y="858"/>
                    <a:pt x="322" y="667"/>
                  </a:cubicBezTo>
                  <a:cubicBezTo>
                    <a:pt x="322" y="477"/>
                    <a:pt x="489" y="310"/>
                    <a:pt x="679" y="310"/>
                  </a:cubicBezTo>
                  <a:close/>
                  <a:moveTo>
                    <a:pt x="679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60" y="0"/>
                    <a:pt x="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7492;p66"/>
            <p:cNvSpPr/>
            <p:nvPr/>
          </p:nvSpPr>
          <p:spPr>
            <a:xfrm>
              <a:off x="1080579" y="3167794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10"/>
                  </a:moveTo>
                  <a:cubicBezTo>
                    <a:pt x="882" y="310"/>
                    <a:pt x="1048" y="477"/>
                    <a:pt x="1048" y="667"/>
                  </a:cubicBezTo>
                  <a:cubicBezTo>
                    <a:pt x="1048" y="870"/>
                    <a:pt x="882" y="1024"/>
                    <a:pt x="691" y="1024"/>
                  </a:cubicBezTo>
                  <a:cubicBezTo>
                    <a:pt x="489" y="1024"/>
                    <a:pt x="334" y="858"/>
                    <a:pt x="334" y="667"/>
                  </a:cubicBezTo>
                  <a:cubicBezTo>
                    <a:pt x="334" y="477"/>
                    <a:pt x="489" y="310"/>
                    <a:pt x="691" y="310"/>
                  </a:cubicBezTo>
                  <a:close/>
                  <a:moveTo>
                    <a:pt x="691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72" y="0"/>
                    <a:pt x="6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7493;p66"/>
            <p:cNvSpPr/>
            <p:nvPr/>
          </p:nvSpPr>
          <p:spPr>
            <a:xfrm>
              <a:off x="879350" y="3184473"/>
              <a:ext cx="187988" cy="10249"/>
            </a:xfrm>
            <a:custGeom>
              <a:avLst/>
              <a:gdLst/>
              <a:ahLst/>
              <a:cxnLst/>
              <a:rect l="l" t="t" r="r" b="b"/>
              <a:pathLst>
                <a:path w="590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48"/>
                    <a:pt x="5834" y="0"/>
                    <a:pt x="57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7494;p66"/>
            <p:cNvSpPr/>
            <p:nvPr/>
          </p:nvSpPr>
          <p:spPr>
            <a:xfrm>
              <a:off x="879350" y="3083285"/>
              <a:ext cx="25432" cy="10631"/>
            </a:xfrm>
            <a:custGeom>
              <a:avLst/>
              <a:gdLst/>
              <a:ahLst/>
              <a:cxnLst/>
              <a:rect l="l" t="t" r="r" b="b"/>
              <a:pathLst>
                <a:path w="799" h="334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643" y="334"/>
                  </a:lnTo>
                  <a:cubicBezTo>
                    <a:pt x="727" y="334"/>
                    <a:pt x="798" y="262"/>
                    <a:pt x="798" y="167"/>
                  </a:cubicBezTo>
                  <a:cubicBezTo>
                    <a:pt x="798" y="84"/>
                    <a:pt x="727" y="0"/>
                    <a:pt x="6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5309;p62"/>
          <p:cNvGrpSpPr/>
          <p:nvPr/>
        </p:nvGrpSpPr>
        <p:grpSpPr>
          <a:xfrm>
            <a:off x="7524750" y="3343396"/>
            <a:ext cx="488950" cy="477327"/>
            <a:chOff x="7562766" y="1514864"/>
            <a:chExt cx="327059" cy="360192"/>
          </a:xfrm>
          <a:solidFill>
            <a:schemeClr val="tx1"/>
          </a:solidFill>
        </p:grpSpPr>
        <p:sp>
          <p:nvSpPr>
            <p:cNvPr id="68" name="Google Shape;5310;p62"/>
            <p:cNvSpPr/>
            <p:nvPr/>
          </p:nvSpPr>
          <p:spPr>
            <a:xfrm>
              <a:off x="7662418" y="1600289"/>
              <a:ext cx="127724" cy="165248"/>
            </a:xfrm>
            <a:custGeom>
              <a:avLst/>
              <a:gdLst/>
              <a:ahLst/>
              <a:cxnLst/>
              <a:rect l="l" t="t" r="r" b="b"/>
              <a:pathLst>
                <a:path w="4013" h="5192" extrusionOk="0">
                  <a:moveTo>
                    <a:pt x="2001" y="334"/>
                  </a:moveTo>
                  <a:cubicBezTo>
                    <a:pt x="2298" y="334"/>
                    <a:pt x="2548" y="513"/>
                    <a:pt x="2656" y="763"/>
                  </a:cubicBezTo>
                  <a:cubicBezTo>
                    <a:pt x="2679" y="846"/>
                    <a:pt x="2715" y="941"/>
                    <a:pt x="2715" y="1049"/>
                  </a:cubicBezTo>
                  <a:lnTo>
                    <a:pt x="2715" y="1227"/>
                  </a:lnTo>
                  <a:cubicBezTo>
                    <a:pt x="2441" y="1132"/>
                    <a:pt x="2322" y="846"/>
                    <a:pt x="2322" y="834"/>
                  </a:cubicBezTo>
                  <a:cubicBezTo>
                    <a:pt x="2298" y="775"/>
                    <a:pt x="2251" y="727"/>
                    <a:pt x="2179" y="727"/>
                  </a:cubicBezTo>
                  <a:cubicBezTo>
                    <a:pt x="2120" y="727"/>
                    <a:pt x="2060" y="763"/>
                    <a:pt x="2013" y="822"/>
                  </a:cubicBezTo>
                  <a:cubicBezTo>
                    <a:pt x="2013" y="822"/>
                    <a:pt x="1822" y="1180"/>
                    <a:pt x="1286" y="1239"/>
                  </a:cubicBezTo>
                  <a:lnTo>
                    <a:pt x="1286" y="1025"/>
                  </a:lnTo>
                  <a:cubicBezTo>
                    <a:pt x="1298" y="941"/>
                    <a:pt x="1310" y="846"/>
                    <a:pt x="1346" y="763"/>
                  </a:cubicBezTo>
                  <a:cubicBezTo>
                    <a:pt x="1453" y="513"/>
                    <a:pt x="1703" y="334"/>
                    <a:pt x="2001" y="334"/>
                  </a:cubicBezTo>
                  <a:close/>
                  <a:moveTo>
                    <a:pt x="2167" y="1180"/>
                  </a:moveTo>
                  <a:cubicBezTo>
                    <a:pt x="2263" y="1322"/>
                    <a:pt x="2465" y="1501"/>
                    <a:pt x="2727" y="1549"/>
                  </a:cubicBezTo>
                  <a:lnTo>
                    <a:pt x="2727" y="1775"/>
                  </a:lnTo>
                  <a:cubicBezTo>
                    <a:pt x="2727" y="2156"/>
                    <a:pt x="2429" y="2465"/>
                    <a:pt x="2048" y="2489"/>
                  </a:cubicBezTo>
                  <a:lnTo>
                    <a:pt x="1989" y="2489"/>
                  </a:lnTo>
                  <a:cubicBezTo>
                    <a:pt x="1596" y="2489"/>
                    <a:pt x="1298" y="2180"/>
                    <a:pt x="1298" y="1787"/>
                  </a:cubicBezTo>
                  <a:lnTo>
                    <a:pt x="1298" y="1561"/>
                  </a:lnTo>
                  <a:cubicBezTo>
                    <a:pt x="1727" y="1525"/>
                    <a:pt x="2001" y="1346"/>
                    <a:pt x="2167" y="1180"/>
                  </a:cubicBezTo>
                  <a:close/>
                  <a:moveTo>
                    <a:pt x="2215" y="2846"/>
                  </a:moveTo>
                  <a:lnTo>
                    <a:pt x="2132" y="3025"/>
                  </a:lnTo>
                  <a:lnTo>
                    <a:pt x="1906" y="3025"/>
                  </a:lnTo>
                  <a:lnTo>
                    <a:pt x="1810" y="2846"/>
                  </a:lnTo>
                  <a:close/>
                  <a:moveTo>
                    <a:pt x="2084" y="3347"/>
                  </a:moveTo>
                  <a:lnTo>
                    <a:pt x="2287" y="4180"/>
                  </a:lnTo>
                  <a:lnTo>
                    <a:pt x="2013" y="4442"/>
                  </a:lnTo>
                  <a:lnTo>
                    <a:pt x="1751" y="4180"/>
                  </a:lnTo>
                  <a:lnTo>
                    <a:pt x="1929" y="3347"/>
                  </a:lnTo>
                  <a:close/>
                  <a:moveTo>
                    <a:pt x="2572" y="2918"/>
                  </a:moveTo>
                  <a:cubicBezTo>
                    <a:pt x="2810" y="2989"/>
                    <a:pt x="3025" y="3120"/>
                    <a:pt x="3215" y="3311"/>
                  </a:cubicBezTo>
                  <a:cubicBezTo>
                    <a:pt x="3549" y="3620"/>
                    <a:pt x="3727" y="4025"/>
                    <a:pt x="3727" y="4442"/>
                  </a:cubicBezTo>
                  <a:lnTo>
                    <a:pt x="3668" y="4859"/>
                  </a:lnTo>
                  <a:lnTo>
                    <a:pt x="334" y="4859"/>
                  </a:lnTo>
                  <a:lnTo>
                    <a:pt x="334" y="4442"/>
                  </a:lnTo>
                  <a:cubicBezTo>
                    <a:pt x="334" y="4025"/>
                    <a:pt x="513" y="3620"/>
                    <a:pt x="834" y="3311"/>
                  </a:cubicBezTo>
                  <a:cubicBezTo>
                    <a:pt x="1013" y="3132"/>
                    <a:pt x="1239" y="2989"/>
                    <a:pt x="1477" y="2918"/>
                  </a:cubicBezTo>
                  <a:lnTo>
                    <a:pt x="1632" y="3204"/>
                  </a:lnTo>
                  <a:lnTo>
                    <a:pt x="1405" y="4192"/>
                  </a:lnTo>
                  <a:cubicBezTo>
                    <a:pt x="1394" y="4251"/>
                    <a:pt x="1405" y="4311"/>
                    <a:pt x="1453" y="4359"/>
                  </a:cubicBezTo>
                  <a:lnTo>
                    <a:pt x="1906" y="4775"/>
                  </a:lnTo>
                  <a:cubicBezTo>
                    <a:pt x="1941" y="4811"/>
                    <a:pt x="1989" y="4823"/>
                    <a:pt x="2025" y="4823"/>
                  </a:cubicBezTo>
                  <a:cubicBezTo>
                    <a:pt x="2072" y="4823"/>
                    <a:pt x="2096" y="4811"/>
                    <a:pt x="2144" y="4775"/>
                  </a:cubicBezTo>
                  <a:lnTo>
                    <a:pt x="2608" y="4359"/>
                  </a:lnTo>
                  <a:cubicBezTo>
                    <a:pt x="2656" y="4311"/>
                    <a:pt x="2668" y="4251"/>
                    <a:pt x="2656" y="4192"/>
                  </a:cubicBezTo>
                  <a:lnTo>
                    <a:pt x="2429" y="3204"/>
                  </a:lnTo>
                  <a:lnTo>
                    <a:pt x="2572" y="2918"/>
                  </a:lnTo>
                  <a:close/>
                  <a:moveTo>
                    <a:pt x="2001" y="1"/>
                  </a:moveTo>
                  <a:cubicBezTo>
                    <a:pt x="1417" y="1"/>
                    <a:pt x="953" y="465"/>
                    <a:pt x="953" y="1049"/>
                  </a:cubicBezTo>
                  <a:lnTo>
                    <a:pt x="953" y="1418"/>
                  </a:lnTo>
                  <a:lnTo>
                    <a:pt x="953" y="1787"/>
                  </a:lnTo>
                  <a:cubicBezTo>
                    <a:pt x="953" y="2120"/>
                    <a:pt x="1120" y="2418"/>
                    <a:pt x="1358" y="2608"/>
                  </a:cubicBezTo>
                  <a:cubicBezTo>
                    <a:pt x="572" y="2870"/>
                    <a:pt x="1" y="3608"/>
                    <a:pt x="1" y="4442"/>
                  </a:cubicBezTo>
                  <a:lnTo>
                    <a:pt x="1" y="5037"/>
                  </a:lnTo>
                  <a:cubicBezTo>
                    <a:pt x="1" y="5121"/>
                    <a:pt x="84" y="5192"/>
                    <a:pt x="167" y="5192"/>
                  </a:cubicBezTo>
                  <a:lnTo>
                    <a:pt x="3834" y="5192"/>
                  </a:lnTo>
                  <a:cubicBezTo>
                    <a:pt x="3918" y="5192"/>
                    <a:pt x="3989" y="5121"/>
                    <a:pt x="3989" y="5037"/>
                  </a:cubicBezTo>
                  <a:lnTo>
                    <a:pt x="3989" y="4442"/>
                  </a:lnTo>
                  <a:cubicBezTo>
                    <a:pt x="4013" y="3620"/>
                    <a:pt x="3430" y="2882"/>
                    <a:pt x="2644" y="2608"/>
                  </a:cubicBezTo>
                  <a:cubicBezTo>
                    <a:pt x="2882" y="2418"/>
                    <a:pt x="3037" y="2120"/>
                    <a:pt x="3037" y="1787"/>
                  </a:cubicBezTo>
                  <a:lnTo>
                    <a:pt x="3037" y="1418"/>
                  </a:lnTo>
                  <a:lnTo>
                    <a:pt x="3037" y="1049"/>
                  </a:lnTo>
                  <a:cubicBezTo>
                    <a:pt x="3037" y="465"/>
                    <a:pt x="2584" y="1"/>
                    <a:pt x="20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5311;p62"/>
            <p:cNvSpPr/>
            <p:nvPr/>
          </p:nvSpPr>
          <p:spPr>
            <a:xfrm>
              <a:off x="7599527" y="1548951"/>
              <a:ext cx="258853" cy="154841"/>
            </a:xfrm>
            <a:custGeom>
              <a:avLst/>
              <a:gdLst/>
              <a:ahLst/>
              <a:cxnLst/>
              <a:rect l="l" t="t" r="r" b="b"/>
              <a:pathLst>
                <a:path w="8133" h="4865" extrusionOk="0">
                  <a:moveTo>
                    <a:pt x="3974" y="1"/>
                  </a:moveTo>
                  <a:cubicBezTo>
                    <a:pt x="3947" y="1"/>
                    <a:pt x="3923" y="7"/>
                    <a:pt x="3905" y="18"/>
                  </a:cubicBezTo>
                  <a:cubicBezTo>
                    <a:pt x="3882" y="42"/>
                    <a:pt x="1798" y="1269"/>
                    <a:pt x="238" y="1269"/>
                  </a:cubicBezTo>
                  <a:cubicBezTo>
                    <a:pt x="167" y="1269"/>
                    <a:pt x="95" y="1328"/>
                    <a:pt x="72" y="1411"/>
                  </a:cubicBezTo>
                  <a:cubicBezTo>
                    <a:pt x="72" y="1423"/>
                    <a:pt x="0" y="1912"/>
                    <a:pt x="0" y="2662"/>
                  </a:cubicBezTo>
                  <a:cubicBezTo>
                    <a:pt x="0" y="2745"/>
                    <a:pt x="72" y="2816"/>
                    <a:pt x="167" y="2816"/>
                  </a:cubicBezTo>
                  <a:cubicBezTo>
                    <a:pt x="250" y="2816"/>
                    <a:pt x="333" y="2745"/>
                    <a:pt x="333" y="2662"/>
                  </a:cubicBezTo>
                  <a:cubicBezTo>
                    <a:pt x="333" y="2162"/>
                    <a:pt x="357" y="1781"/>
                    <a:pt x="393" y="1590"/>
                  </a:cubicBezTo>
                  <a:cubicBezTo>
                    <a:pt x="1060" y="1554"/>
                    <a:pt x="1857" y="1352"/>
                    <a:pt x="2786" y="947"/>
                  </a:cubicBezTo>
                  <a:cubicBezTo>
                    <a:pt x="3346" y="697"/>
                    <a:pt x="3798" y="459"/>
                    <a:pt x="3977" y="352"/>
                  </a:cubicBezTo>
                  <a:cubicBezTo>
                    <a:pt x="4155" y="459"/>
                    <a:pt x="4596" y="697"/>
                    <a:pt x="5167" y="947"/>
                  </a:cubicBezTo>
                  <a:cubicBezTo>
                    <a:pt x="6084" y="1352"/>
                    <a:pt x="6894" y="1566"/>
                    <a:pt x="7561" y="1590"/>
                  </a:cubicBezTo>
                  <a:cubicBezTo>
                    <a:pt x="7608" y="2007"/>
                    <a:pt x="7715" y="3281"/>
                    <a:pt x="7394" y="4662"/>
                  </a:cubicBezTo>
                  <a:cubicBezTo>
                    <a:pt x="7382" y="4757"/>
                    <a:pt x="7430" y="4840"/>
                    <a:pt x="7513" y="4864"/>
                  </a:cubicBezTo>
                  <a:lnTo>
                    <a:pt x="7549" y="4864"/>
                  </a:lnTo>
                  <a:cubicBezTo>
                    <a:pt x="7620" y="4864"/>
                    <a:pt x="7692" y="4805"/>
                    <a:pt x="7715" y="4721"/>
                  </a:cubicBezTo>
                  <a:cubicBezTo>
                    <a:pt x="8132" y="3007"/>
                    <a:pt x="7894" y="1483"/>
                    <a:pt x="7894" y="1411"/>
                  </a:cubicBezTo>
                  <a:cubicBezTo>
                    <a:pt x="7870" y="1328"/>
                    <a:pt x="7799" y="1269"/>
                    <a:pt x="7727" y="1269"/>
                  </a:cubicBezTo>
                  <a:cubicBezTo>
                    <a:pt x="6168" y="1269"/>
                    <a:pt x="4096" y="42"/>
                    <a:pt x="4060" y="18"/>
                  </a:cubicBezTo>
                  <a:cubicBezTo>
                    <a:pt x="4030" y="7"/>
                    <a:pt x="4001" y="1"/>
                    <a:pt x="39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5312;p62"/>
            <p:cNvSpPr/>
            <p:nvPr/>
          </p:nvSpPr>
          <p:spPr>
            <a:xfrm>
              <a:off x="7599909" y="1648380"/>
              <a:ext cx="242175" cy="190679"/>
            </a:xfrm>
            <a:custGeom>
              <a:avLst/>
              <a:gdLst/>
              <a:ahLst/>
              <a:cxnLst/>
              <a:rect l="l" t="t" r="r" b="b"/>
              <a:pathLst>
                <a:path w="7609" h="5991" extrusionOk="0">
                  <a:moveTo>
                    <a:pt x="185" y="1"/>
                  </a:moveTo>
                  <a:cubicBezTo>
                    <a:pt x="179" y="1"/>
                    <a:pt x="173" y="1"/>
                    <a:pt x="167" y="2"/>
                  </a:cubicBezTo>
                  <a:cubicBezTo>
                    <a:pt x="71" y="2"/>
                    <a:pt x="0" y="97"/>
                    <a:pt x="12" y="181"/>
                  </a:cubicBezTo>
                  <a:cubicBezTo>
                    <a:pt x="95" y="1419"/>
                    <a:pt x="369" y="2502"/>
                    <a:pt x="869" y="3419"/>
                  </a:cubicBezTo>
                  <a:cubicBezTo>
                    <a:pt x="1536" y="4669"/>
                    <a:pt x="2560" y="5526"/>
                    <a:pt x="3929" y="5979"/>
                  </a:cubicBezTo>
                  <a:cubicBezTo>
                    <a:pt x="3941" y="5979"/>
                    <a:pt x="3965" y="5991"/>
                    <a:pt x="3989" y="5991"/>
                  </a:cubicBezTo>
                  <a:cubicBezTo>
                    <a:pt x="4001" y="5991"/>
                    <a:pt x="4024" y="5991"/>
                    <a:pt x="4048" y="5979"/>
                  </a:cubicBezTo>
                  <a:cubicBezTo>
                    <a:pt x="4941" y="5681"/>
                    <a:pt x="5691" y="5217"/>
                    <a:pt x="6287" y="4574"/>
                  </a:cubicBezTo>
                  <a:cubicBezTo>
                    <a:pt x="6882" y="3931"/>
                    <a:pt x="7322" y="3133"/>
                    <a:pt x="7608" y="2181"/>
                  </a:cubicBezTo>
                  <a:cubicBezTo>
                    <a:pt x="7608" y="2097"/>
                    <a:pt x="7560" y="2002"/>
                    <a:pt x="7477" y="1966"/>
                  </a:cubicBezTo>
                  <a:cubicBezTo>
                    <a:pt x="7463" y="1963"/>
                    <a:pt x="7448" y="1961"/>
                    <a:pt x="7434" y="1961"/>
                  </a:cubicBezTo>
                  <a:cubicBezTo>
                    <a:pt x="7358" y="1961"/>
                    <a:pt x="7293" y="2013"/>
                    <a:pt x="7263" y="2074"/>
                  </a:cubicBezTo>
                  <a:cubicBezTo>
                    <a:pt x="7001" y="2990"/>
                    <a:pt x="6560" y="3741"/>
                    <a:pt x="6013" y="4336"/>
                  </a:cubicBezTo>
                  <a:cubicBezTo>
                    <a:pt x="5465" y="4919"/>
                    <a:pt x="4774" y="5348"/>
                    <a:pt x="3977" y="5634"/>
                  </a:cubicBezTo>
                  <a:cubicBezTo>
                    <a:pt x="2727" y="5205"/>
                    <a:pt x="1774" y="4395"/>
                    <a:pt x="1143" y="3252"/>
                  </a:cubicBezTo>
                  <a:cubicBezTo>
                    <a:pt x="691" y="2383"/>
                    <a:pt x="417" y="1347"/>
                    <a:pt x="345" y="157"/>
                  </a:cubicBezTo>
                  <a:cubicBezTo>
                    <a:pt x="345" y="68"/>
                    <a:pt x="263" y="1"/>
                    <a:pt x="1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5313;p62"/>
            <p:cNvSpPr/>
            <p:nvPr/>
          </p:nvSpPr>
          <p:spPr>
            <a:xfrm>
              <a:off x="7562766" y="1514864"/>
              <a:ext cx="327059" cy="360192"/>
            </a:xfrm>
            <a:custGeom>
              <a:avLst/>
              <a:gdLst/>
              <a:ahLst/>
              <a:cxnLst/>
              <a:rect l="l" t="t" r="r" b="b"/>
              <a:pathLst>
                <a:path w="10276" h="11317" extrusionOk="0">
                  <a:moveTo>
                    <a:pt x="5132" y="363"/>
                  </a:moveTo>
                  <a:cubicBezTo>
                    <a:pt x="5334" y="482"/>
                    <a:pt x="5906" y="792"/>
                    <a:pt x="6644" y="1125"/>
                  </a:cubicBezTo>
                  <a:cubicBezTo>
                    <a:pt x="7823" y="1625"/>
                    <a:pt x="8835" y="1899"/>
                    <a:pt x="9668" y="1923"/>
                  </a:cubicBezTo>
                  <a:cubicBezTo>
                    <a:pt x="9728" y="2375"/>
                    <a:pt x="9882" y="3947"/>
                    <a:pt x="9501" y="5673"/>
                  </a:cubicBezTo>
                  <a:cubicBezTo>
                    <a:pt x="9251" y="6888"/>
                    <a:pt x="8823" y="7912"/>
                    <a:pt x="8192" y="8757"/>
                  </a:cubicBezTo>
                  <a:cubicBezTo>
                    <a:pt x="7442" y="9781"/>
                    <a:pt x="6406" y="10531"/>
                    <a:pt x="5132" y="10972"/>
                  </a:cubicBezTo>
                  <a:cubicBezTo>
                    <a:pt x="3846" y="10543"/>
                    <a:pt x="2822" y="9805"/>
                    <a:pt x="2060" y="8769"/>
                  </a:cubicBezTo>
                  <a:cubicBezTo>
                    <a:pt x="1453" y="7936"/>
                    <a:pt x="1012" y="6900"/>
                    <a:pt x="750" y="5709"/>
                  </a:cubicBezTo>
                  <a:cubicBezTo>
                    <a:pt x="393" y="3983"/>
                    <a:pt x="536" y="2387"/>
                    <a:pt x="596" y="1923"/>
                  </a:cubicBezTo>
                  <a:cubicBezTo>
                    <a:pt x="1429" y="1899"/>
                    <a:pt x="2453" y="1625"/>
                    <a:pt x="3608" y="1125"/>
                  </a:cubicBezTo>
                  <a:cubicBezTo>
                    <a:pt x="4346" y="816"/>
                    <a:pt x="4917" y="482"/>
                    <a:pt x="5132" y="363"/>
                  </a:cubicBezTo>
                  <a:close/>
                  <a:moveTo>
                    <a:pt x="5129" y="0"/>
                  </a:moveTo>
                  <a:cubicBezTo>
                    <a:pt x="5102" y="0"/>
                    <a:pt x="5078" y="6"/>
                    <a:pt x="5060" y="18"/>
                  </a:cubicBezTo>
                  <a:cubicBezTo>
                    <a:pt x="5025" y="42"/>
                    <a:pt x="2417" y="1589"/>
                    <a:pt x="453" y="1589"/>
                  </a:cubicBezTo>
                  <a:cubicBezTo>
                    <a:pt x="381" y="1589"/>
                    <a:pt x="310" y="1649"/>
                    <a:pt x="298" y="1720"/>
                  </a:cubicBezTo>
                  <a:cubicBezTo>
                    <a:pt x="274" y="1792"/>
                    <a:pt x="0" y="3637"/>
                    <a:pt x="441" y="5757"/>
                  </a:cubicBezTo>
                  <a:cubicBezTo>
                    <a:pt x="691" y="7007"/>
                    <a:pt x="1155" y="8078"/>
                    <a:pt x="1810" y="8948"/>
                  </a:cubicBezTo>
                  <a:cubicBezTo>
                    <a:pt x="2620" y="10055"/>
                    <a:pt x="3727" y="10841"/>
                    <a:pt x="5096" y="11305"/>
                  </a:cubicBezTo>
                  <a:cubicBezTo>
                    <a:pt x="5120" y="11305"/>
                    <a:pt x="5132" y="11317"/>
                    <a:pt x="5156" y="11317"/>
                  </a:cubicBezTo>
                  <a:cubicBezTo>
                    <a:pt x="5179" y="11317"/>
                    <a:pt x="5191" y="11317"/>
                    <a:pt x="5215" y="11305"/>
                  </a:cubicBezTo>
                  <a:cubicBezTo>
                    <a:pt x="6584" y="10841"/>
                    <a:pt x="7692" y="10055"/>
                    <a:pt x="8513" y="8948"/>
                  </a:cubicBezTo>
                  <a:cubicBezTo>
                    <a:pt x="9144" y="8078"/>
                    <a:pt x="9609" y="6983"/>
                    <a:pt x="9882" y="5757"/>
                  </a:cubicBezTo>
                  <a:cubicBezTo>
                    <a:pt x="10275" y="3637"/>
                    <a:pt x="10001" y="1792"/>
                    <a:pt x="9978" y="1720"/>
                  </a:cubicBezTo>
                  <a:cubicBezTo>
                    <a:pt x="9966" y="1649"/>
                    <a:pt x="9894" y="1589"/>
                    <a:pt x="9823" y="1589"/>
                  </a:cubicBezTo>
                  <a:cubicBezTo>
                    <a:pt x="7858" y="1589"/>
                    <a:pt x="5251" y="42"/>
                    <a:pt x="5215" y="18"/>
                  </a:cubicBezTo>
                  <a:cubicBezTo>
                    <a:pt x="5185" y="6"/>
                    <a:pt x="5156" y="0"/>
                    <a:pt x="5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5"/>
          <p:cNvPicPr preferRelativeResize="0"/>
          <p:nvPr/>
        </p:nvPicPr>
        <p:blipFill rotWithShape="1">
          <a:blip r:embed="rId3">
            <a:alphaModFix/>
          </a:blip>
          <a:srcRect t="7727" b="7727"/>
          <a:stretch/>
        </p:blipFill>
        <p:spPr>
          <a:xfrm>
            <a:off x="0" y="541750"/>
            <a:ext cx="7195802" cy="405990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/>
          <p:nvPr/>
        </p:nvSpPr>
        <p:spPr>
          <a:xfrm rot="-5400000" flipH="1">
            <a:off x="5836301" y="2013850"/>
            <a:ext cx="4059900" cy="111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5"/>
          <p:cNvSpPr/>
          <p:nvPr/>
        </p:nvSpPr>
        <p:spPr>
          <a:xfrm rot="5400000">
            <a:off x="1220550" y="-678800"/>
            <a:ext cx="1440300" cy="38814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subTitle" idx="1"/>
          </p:nvPr>
        </p:nvSpPr>
        <p:spPr>
          <a:xfrm flipH="1">
            <a:off x="983588" y="655550"/>
            <a:ext cx="3036675" cy="779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800" b="1" dirty="0">
                <a:solidFill>
                  <a:schemeClr val="bg1"/>
                </a:solidFill>
                <a:latin typeface="Livvic"/>
              </a:rPr>
              <a:t>Challenges Faced</a:t>
            </a:r>
            <a:br>
              <a:rPr lang="en-US" sz="2800" b="1" dirty="0">
                <a:solidFill>
                  <a:schemeClr val="bg1"/>
                </a:solidFill>
                <a:latin typeface="Livvic"/>
              </a:rPr>
            </a:br>
            <a:endParaRPr sz="2800" dirty="0">
              <a:solidFill>
                <a:schemeClr val="bg1"/>
              </a:solidFill>
              <a:latin typeface="Livvic"/>
            </a:endParaRPr>
          </a:p>
        </p:txBody>
      </p:sp>
      <p:sp>
        <p:nvSpPr>
          <p:cNvPr id="237" name="Google Shape;237;p35"/>
          <p:cNvSpPr txBox="1">
            <a:spLocks noGrp="1"/>
          </p:cNvSpPr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>
                <a:solidFill>
                  <a:schemeClr val="lt1"/>
                </a:solidFill>
              </a:rPr>
              <a:t>LuxeStay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/>
          <p:nvPr/>
        </p:nvSpPr>
        <p:spPr>
          <a:xfrm rot="-5400000" flipH="1">
            <a:off x="2993939" y="-1648538"/>
            <a:ext cx="2705274" cy="7880353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6"/>
          <p:cNvSpPr txBox="1">
            <a:spLocks noGrp="1"/>
          </p:cNvSpPr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>
                <a:solidFill>
                  <a:schemeClr val="lt1"/>
                </a:solidFill>
              </a:rPr>
              <a:t>.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44" name="Google Shape;244;p36"/>
          <p:cNvSpPr/>
          <p:nvPr/>
        </p:nvSpPr>
        <p:spPr>
          <a:xfrm rot="-5400000" flipH="1">
            <a:off x="593250" y="3993775"/>
            <a:ext cx="556500" cy="17430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6"/>
          <p:cNvSpPr/>
          <p:nvPr/>
        </p:nvSpPr>
        <p:spPr>
          <a:xfrm rot="-5400000" flipH="1">
            <a:off x="8279175" y="74250"/>
            <a:ext cx="939000" cy="7905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55FFD2F-1D50-CB76-91B2-1452866DA0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8702861"/>
              </p:ext>
            </p:extLst>
          </p:nvPr>
        </p:nvGraphicFramePr>
        <p:xfrm>
          <a:off x="730100" y="650137"/>
          <a:ext cx="7137400" cy="3465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5"/>
          <p:cNvPicPr preferRelativeResize="0"/>
          <p:nvPr/>
        </p:nvPicPr>
        <p:blipFill rotWithShape="1">
          <a:blip r:embed="rId3">
            <a:alphaModFix/>
          </a:blip>
          <a:srcRect t="7727" b="7727"/>
          <a:stretch/>
        </p:blipFill>
        <p:spPr>
          <a:xfrm>
            <a:off x="0" y="541750"/>
            <a:ext cx="7195802" cy="405990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/>
          <p:nvPr/>
        </p:nvSpPr>
        <p:spPr>
          <a:xfrm rot="-5400000" flipH="1">
            <a:off x="5836301" y="2013850"/>
            <a:ext cx="4059900" cy="111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5"/>
          <p:cNvSpPr/>
          <p:nvPr/>
        </p:nvSpPr>
        <p:spPr>
          <a:xfrm rot="5400000">
            <a:off x="1220550" y="-678800"/>
            <a:ext cx="1440300" cy="38814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subTitle" idx="1"/>
          </p:nvPr>
        </p:nvSpPr>
        <p:spPr>
          <a:xfrm flipH="1">
            <a:off x="983588" y="655550"/>
            <a:ext cx="3036675" cy="779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2800" b="1" dirty="0" smtClean="0">
                <a:solidFill>
                  <a:schemeClr val="bg1"/>
                </a:solidFill>
                <a:latin typeface="Livvic"/>
              </a:rPr>
              <a:t>Solutions Implemented</a:t>
            </a:r>
          </a:p>
        </p:txBody>
      </p:sp>
      <p:sp>
        <p:nvSpPr>
          <p:cNvPr id="237" name="Google Shape;237;p35"/>
          <p:cNvSpPr txBox="1">
            <a:spLocks noGrp="1"/>
          </p:cNvSpPr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" dirty="0" smtClean="0">
                <a:solidFill>
                  <a:schemeClr val="lt1"/>
                </a:solidFill>
              </a:rPr>
              <a:t>LuxeStay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8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/>
          <p:nvPr/>
        </p:nvSpPr>
        <p:spPr>
          <a:xfrm rot="-5400000" flipH="1">
            <a:off x="2993939" y="-1648538"/>
            <a:ext cx="2705274" cy="7880353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6"/>
          <p:cNvSpPr txBox="1">
            <a:spLocks noGrp="1"/>
          </p:cNvSpPr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>
                <a:solidFill>
                  <a:schemeClr val="lt1"/>
                </a:solidFill>
              </a:rPr>
              <a:t>.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44" name="Google Shape;244;p36"/>
          <p:cNvSpPr/>
          <p:nvPr/>
        </p:nvSpPr>
        <p:spPr>
          <a:xfrm rot="-5400000" flipH="1">
            <a:off x="593250" y="3993775"/>
            <a:ext cx="556500" cy="17430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6"/>
          <p:cNvSpPr/>
          <p:nvPr/>
        </p:nvSpPr>
        <p:spPr>
          <a:xfrm rot="-5400000" flipH="1">
            <a:off x="8279175" y="74250"/>
            <a:ext cx="939000" cy="790500"/>
          </a:xfrm>
          <a:prstGeom prst="rect">
            <a:avLst/>
          </a:prstGeom>
          <a:gradFill>
            <a:gsLst>
              <a:gs pos="0">
                <a:srgbClr val="9ECFCB">
                  <a:alpha val="29019"/>
                </a:srgbClr>
              </a:gs>
              <a:gs pos="100000">
                <a:schemeClr val="accen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B67BE2-0D22-02C8-0D5C-D48FBA2534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5100966"/>
              </p:ext>
            </p:extLst>
          </p:nvPr>
        </p:nvGraphicFramePr>
        <p:xfrm>
          <a:off x="703758" y="1080458"/>
          <a:ext cx="7285635" cy="2469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4070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150" y="-2120900"/>
            <a:ext cx="9461499" cy="9461499"/>
          </a:xfrm>
          <a:prstGeom prst="rect">
            <a:avLst/>
          </a:prstGeom>
        </p:spPr>
      </p:pic>
      <p:sp>
        <p:nvSpPr>
          <p:cNvPr id="3" name="Google Shape;342;p40"/>
          <p:cNvSpPr/>
          <p:nvPr/>
        </p:nvSpPr>
        <p:spPr>
          <a:xfrm>
            <a:off x="9108" y="-124019"/>
            <a:ext cx="3135900" cy="116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80176"/>
            <a:ext cx="2743200" cy="5727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Database Structure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888" y="1823192"/>
            <a:ext cx="4300213" cy="7808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695" y="333602"/>
            <a:ext cx="3965232" cy="1008263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3594100" y="531784"/>
            <a:ext cx="177800" cy="150656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1540575"/>
            <a:ext cx="3839148" cy="587064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 flipH="1" flipV="1">
            <a:off x="4236919" y="550345"/>
            <a:ext cx="901031" cy="141245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010" y="2306428"/>
            <a:ext cx="4017847" cy="37279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100" y="2839751"/>
            <a:ext cx="3996333" cy="46884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100" y="3531660"/>
            <a:ext cx="4053854" cy="42748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793" y="4248148"/>
            <a:ext cx="4118279" cy="507223"/>
          </a:xfrm>
          <a:prstGeom prst="rect">
            <a:avLst/>
          </a:prstGeom>
        </p:spPr>
      </p:pic>
      <p:sp>
        <p:nvSpPr>
          <p:cNvPr id="53" name="Google Shape;202;p31"/>
          <p:cNvSpPr/>
          <p:nvPr/>
        </p:nvSpPr>
        <p:spPr>
          <a:xfrm flipH="1">
            <a:off x="-163225" y="1619561"/>
            <a:ext cx="4307549" cy="214545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1"/>
                </a:solidFill>
                <a:latin typeface="Catamaran Light"/>
              </a:rPr>
              <a:t>agents</a:t>
            </a:r>
            <a:endParaRPr dirty="0">
              <a:solidFill>
                <a:schemeClr val="bg1"/>
              </a:solidFill>
              <a:latin typeface="Catamaran Light"/>
            </a:endParaRPr>
          </a:p>
        </p:txBody>
      </p:sp>
      <p:sp>
        <p:nvSpPr>
          <p:cNvPr id="54" name="Google Shape;202;p31"/>
          <p:cNvSpPr/>
          <p:nvPr/>
        </p:nvSpPr>
        <p:spPr>
          <a:xfrm flipH="1">
            <a:off x="-80523" y="2659051"/>
            <a:ext cx="4191833" cy="192815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>
                <a:solidFill>
                  <a:schemeClr val="bg1"/>
                </a:solidFill>
                <a:latin typeface="Catamaran Light"/>
              </a:rPr>
              <a:t>guest_houses</a:t>
            </a:r>
            <a:endParaRPr dirty="0">
              <a:solidFill>
                <a:schemeClr val="bg1"/>
              </a:solidFill>
              <a:latin typeface="Catamaran Light"/>
            </a:endParaRPr>
          </a:p>
        </p:txBody>
      </p:sp>
      <p:sp>
        <p:nvSpPr>
          <p:cNvPr id="58" name="Google Shape;202;p31"/>
          <p:cNvSpPr/>
          <p:nvPr/>
        </p:nvSpPr>
        <p:spPr>
          <a:xfrm flipH="1">
            <a:off x="3686695" y="113608"/>
            <a:ext cx="3946420" cy="214545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1"/>
                </a:solidFill>
                <a:latin typeface="Catamaran Light"/>
              </a:rPr>
              <a:t>users</a:t>
            </a:r>
            <a:endParaRPr dirty="0">
              <a:solidFill>
                <a:schemeClr val="bg1"/>
              </a:solidFill>
              <a:latin typeface="Catamaran Light"/>
            </a:endParaRPr>
          </a:p>
        </p:txBody>
      </p:sp>
      <p:sp>
        <p:nvSpPr>
          <p:cNvPr id="61" name="Google Shape;202;p31"/>
          <p:cNvSpPr/>
          <p:nvPr/>
        </p:nvSpPr>
        <p:spPr>
          <a:xfrm flipH="1">
            <a:off x="5068100" y="1338213"/>
            <a:ext cx="3857398" cy="214545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1"/>
                </a:solidFill>
                <a:latin typeface="Catamaran Light"/>
              </a:rPr>
              <a:t>reservations</a:t>
            </a:r>
            <a:endParaRPr dirty="0">
              <a:solidFill>
                <a:schemeClr val="bg1"/>
              </a:solidFill>
              <a:latin typeface="Catamaran Light"/>
            </a:endParaRPr>
          </a:p>
        </p:txBody>
      </p:sp>
      <p:sp>
        <p:nvSpPr>
          <p:cNvPr id="62" name="Google Shape;202;p31"/>
          <p:cNvSpPr/>
          <p:nvPr/>
        </p:nvSpPr>
        <p:spPr>
          <a:xfrm flipH="1">
            <a:off x="5083009" y="2127516"/>
            <a:ext cx="4025225" cy="18799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1"/>
                </a:solidFill>
                <a:latin typeface="Catamaran Light"/>
              </a:rPr>
              <a:t>locations</a:t>
            </a:r>
            <a:endParaRPr dirty="0">
              <a:solidFill>
                <a:schemeClr val="bg1"/>
              </a:solidFill>
              <a:latin typeface="Catamaran Light"/>
            </a:endParaRPr>
          </a:p>
        </p:txBody>
      </p:sp>
      <p:sp>
        <p:nvSpPr>
          <p:cNvPr id="65" name="Google Shape;202;p31"/>
          <p:cNvSpPr/>
          <p:nvPr/>
        </p:nvSpPr>
        <p:spPr>
          <a:xfrm flipH="1">
            <a:off x="5070225" y="2654134"/>
            <a:ext cx="3994207" cy="18799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bg1"/>
                </a:solidFill>
                <a:latin typeface="Catamaran Light"/>
              </a:rPr>
              <a:t>images</a:t>
            </a:r>
            <a:endParaRPr dirty="0">
              <a:solidFill>
                <a:schemeClr val="bg1"/>
              </a:solidFill>
              <a:latin typeface="Catamaran Light"/>
            </a:endParaRPr>
          </a:p>
        </p:txBody>
      </p:sp>
      <p:sp>
        <p:nvSpPr>
          <p:cNvPr id="66" name="Google Shape;202;p31"/>
          <p:cNvSpPr/>
          <p:nvPr/>
        </p:nvSpPr>
        <p:spPr>
          <a:xfrm flipH="1">
            <a:off x="5068099" y="3341408"/>
            <a:ext cx="4053854" cy="18799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bg1"/>
                </a:solidFill>
                <a:latin typeface="Catamaran Light"/>
              </a:rPr>
              <a:t>h</a:t>
            </a:r>
            <a:r>
              <a:rPr lang="en-US" dirty="0" err="1" smtClean="0">
                <a:solidFill>
                  <a:schemeClr val="bg1"/>
                </a:solidFill>
                <a:latin typeface="Catamaran Light"/>
              </a:rPr>
              <a:t>ouse_types</a:t>
            </a:r>
            <a:endParaRPr dirty="0">
              <a:solidFill>
                <a:schemeClr val="bg1"/>
              </a:solidFill>
              <a:latin typeface="Catamaran Ligh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522" y="2835743"/>
            <a:ext cx="4191832" cy="1472926"/>
          </a:xfrm>
          <a:prstGeom prst="rect">
            <a:avLst/>
          </a:prstGeom>
        </p:spPr>
      </p:pic>
      <p:sp>
        <p:nvSpPr>
          <p:cNvPr id="67" name="Google Shape;202;p31"/>
          <p:cNvSpPr/>
          <p:nvPr/>
        </p:nvSpPr>
        <p:spPr>
          <a:xfrm flipH="1">
            <a:off x="5032793" y="4060158"/>
            <a:ext cx="4126574" cy="18799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bg1"/>
                </a:solidFill>
                <a:latin typeface="Catamaran Light"/>
              </a:rPr>
              <a:t>w</a:t>
            </a:r>
            <a:r>
              <a:rPr lang="en-US" dirty="0" err="1" smtClean="0">
                <a:solidFill>
                  <a:schemeClr val="bg1"/>
                </a:solidFill>
                <a:latin typeface="Catamaran Light"/>
              </a:rPr>
              <a:t>ebsite_images</a:t>
            </a:r>
            <a:endParaRPr dirty="0">
              <a:solidFill>
                <a:schemeClr val="bg1"/>
              </a:solidFill>
              <a:latin typeface="Catamaran Light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3968750" y="2081923"/>
            <a:ext cx="1157948" cy="86544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4014171" y="3025669"/>
            <a:ext cx="1118402" cy="23086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33" idx="1"/>
          </p:cNvCxnSpPr>
          <p:nvPr/>
        </p:nvCxnSpPr>
        <p:spPr>
          <a:xfrm flipV="1">
            <a:off x="4014169" y="3745400"/>
            <a:ext cx="1053931" cy="50274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5" idx="1"/>
          </p:cNvCxnSpPr>
          <p:nvPr/>
        </p:nvCxnSpPr>
        <p:spPr>
          <a:xfrm flipV="1">
            <a:off x="4014170" y="2492823"/>
            <a:ext cx="1068840" cy="164102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6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/>
          <p:nvPr/>
        </p:nvSpPr>
        <p:spPr>
          <a:xfrm>
            <a:off x="7396225" y="25"/>
            <a:ext cx="1738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7"/>
          <p:cNvSpPr/>
          <p:nvPr/>
        </p:nvSpPr>
        <p:spPr>
          <a:xfrm>
            <a:off x="720000" y="540000"/>
            <a:ext cx="3310200" cy="156810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ctrTitle"/>
          </p:nvPr>
        </p:nvSpPr>
        <p:spPr>
          <a:xfrm>
            <a:off x="845925" y="17672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>
                <a:solidFill>
                  <a:srgbClr val="FFFFFF"/>
                </a:solidFill>
              </a:rPr>
              <a:t>Advantages of </a:t>
            </a:r>
            <a:r>
              <a:rPr lang="en-US" sz="3200" dirty="0" err="1">
                <a:solidFill>
                  <a:srgbClr val="FFFFFF"/>
                </a:solidFill>
              </a:rPr>
              <a:t>LuxeStay</a:t>
            </a:r>
            <a:r>
              <a:rPr lang="en-US" sz="3200" dirty="0"/>
              <a:t/>
            </a:r>
            <a:br>
              <a:rPr lang="en-US" sz="3200" dirty="0"/>
            </a:br>
            <a:endParaRPr dirty="0">
              <a:solidFill>
                <a:schemeClr val="lt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 rot="5400000">
            <a:off x="6232525" y="2249818"/>
            <a:ext cx="3714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" sz="2800" dirty="0" smtClean="0">
                <a:solidFill>
                  <a:schemeClr val="lt1"/>
                </a:solidFill>
                <a:latin typeface="Livvic"/>
              </a:rPr>
              <a:t>LuxeStay</a:t>
            </a:r>
            <a:endParaRPr lang="en-US" sz="2800" dirty="0">
              <a:latin typeface="Livv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>
            <a:spLocks noGrp="1"/>
          </p:cNvSpPr>
          <p:nvPr>
            <p:ph type="ctrTitle" idx="6"/>
          </p:nvPr>
        </p:nvSpPr>
        <p:spPr>
          <a:xfrm rot="5400000">
            <a:off x="7008213" y="2206232"/>
            <a:ext cx="25530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tx1"/>
                </a:solidFill>
              </a:rPr>
              <a:t>Advantages of </a:t>
            </a:r>
            <a:r>
              <a:rPr lang="en-US" dirty="0" err="1">
                <a:solidFill>
                  <a:schemeClr val="tx1"/>
                </a:solidFill>
              </a:rPr>
              <a:t>LuxeStay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262" name="Google Shape;262;p38"/>
          <p:cNvSpPr txBox="1">
            <a:spLocks noGrp="1"/>
          </p:cNvSpPr>
          <p:nvPr>
            <p:ph type="ctrTitle" idx="2"/>
          </p:nvPr>
        </p:nvSpPr>
        <p:spPr>
          <a:xfrm>
            <a:off x="2610700" y="1874420"/>
            <a:ext cx="2257287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User-friendly interface</a:t>
            </a:r>
            <a:br>
              <a:rPr lang="en-US" dirty="0"/>
            </a:br>
            <a:endParaRPr lang="en-US" dirty="0"/>
          </a:p>
        </p:txBody>
      </p:sp>
      <p:sp>
        <p:nvSpPr>
          <p:cNvPr id="263" name="Google Shape;263;p38"/>
          <p:cNvSpPr txBox="1">
            <a:spLocks noGrp="1"/>
          </p:cNvSpPr>
          <p:nvPr>
            <p:ph type="ctrTitle" idx="4"/>
          </p:nvPr>
        </p:nvSpPr>
        <p:spPr>
          <a:xfrm>
            <a:off x="4895412" y="1506750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Real Time Updates</a:t>
            </a:r>
            <a:endParaRPr dirty="0"/>
          </a:p>
        </p:txBody>
      </p:sp>
      <p:sp>
        <p:nvSpPr>
          <p:cNvPr id="264" name="Google Shape;264;p38"/>
          <p:cNvSpPr txBox="1">
            <a:spLocks noGrp="1"/>
          </p:cNvSpPr>
          <p:nvPr>
            <p:ph type="ctrTitle"/>
          </p:nvPr>
        </p:nvSpPr>
        <p:spPr>
          <a:xfrm>
            <a:off x="278401" y="1828511"/>
            <a:ext cx="2152985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Efficient booking system</a:t>
            </a:r>
            <a:br>
              <a:rPr lang="en-US" dirty="0"/>
            </a:br>
            <a:endParaRPr dirty="0"/>
          </a:p>
        </p:txBody>
      </p:sp>
      <p:sp>
        <p:nvSpPr>
          <p:cNvPr id="265" name="Google Shape;265;p38"/>
          <p:cNvSpPr/>
          <p:nvPr/>
        </p:nvSpPr>
        <p:spPr>
          <a:xfrm>
            <a:off x="758600" y="92100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8"/>
          <p:cNvSpPr/>
          <p:nvPr/>
        </p:nvSpPr>
        <p:spPr>
          <a:xfrm>
            <a:off x="3356166" y="92100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8"/>
          <p:cNvSpPr/>
          <p:nvPr/>
        </p:nvSpPr>
        <p:spPr>
          <a:xfrm>
            <a:off x="5972088" y="921000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8"/>
          <p:cNvSpPr/>
          <p:nvPr/>
        </p:nvSpPr>
        <p:spPr>
          <a:xfrm>
            <a:off x="758600" y="2900975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8"/>
          <p:cNvSpPr/>
          <p:nvPr/>
        </p:nvSpPr>
        <p:spPr>
          <a:xfrm>
            <a:off x="3356166" y="2900975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8"/>
          <p:cNvSpPr/>
          <p:nvPr/>
        </p:nvSpPr>
        <p:spPr>
          <a:xfrm>
            <a:off x="5972088" y="2900975"/>
            <a:ext cx="459000" cy="4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" name="Google Shape;271;p38"/>
          <p:cNvGrpSpPr/>
          <p:nvPr/>
        </p:nvGrpSpPr>
        <p:grpSpPr>
          <a:xfrm>
            <a:off x="796850" y="975157"/>
            <a:ext cx="382519" cy="350682"/>
            <a:chOff x="2903337" y="4279032"/>
            <a:chExt cx="382519" cy="350682"/>
          </a:xfrm>
        </p:grpSpPr>
        <p:sp>
          <p:nvSpPr>
            <p:cNvPr id="272" name="Google Shape;272;p38"/>
            <p:cNvSpPr/>
            <p:nvPr/>
          </p:nvSpPr>
          <p:spPr>
            <a:xfrm>
              <a:off x="2966979" y="4320570"/>
              <a:ext cx="202248" cy="184183"/>
            </a:xfrm>
            <a:custGeom>
              <a:avLst/>
              <a:gdLst/>
              <a:ahLst/>
              <a:cxnLst/>
              <a:rect l="l" t="t" r="r" b="b"/>
              <a:pathLst>
                <a:path w="6359" h="5791" extrusionOk="0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8"/>
            <p:cNvSpPr/>
            <p:nvPr/>
          </p:nvSpPr>
          <p:spPr>
            <a:xfrm>
              <a:off x="2903337" y="4279032"/>
              <a:ext cx="382519" cy="350682"/>
            </a:xfrm>
            <a:custGeom>
              <a:avLst/>
              <a:gdLst/>
              <a:ahLst/>
              <a:cxnLst/>
              <a:rect l="l" t="t" r="r" b="b"/>
              <a:pathLst>
                <a:path w="12027" h="11026" extrusionOk="0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8"/>
            <p:cNvSpPr/>
            <p:nvPr/>
          </p:nvSpPr>
          <p:spPr>
            <a:xfrm>
              <a:off x="2937814" y="4300215"/>
              <a:ext cx="11768" cy="11418"/>
            </a:xfrm>
            <a:custGeom>
              <a:avLst/>
              <a:gdLst/>
              <a:ahLst/>
              <a:cxnLst/>
              <a:rect l="l" t="t" r="r" b="b"/>
              <a:pathLst>
                <a:path w="370" h="359" extrusionOk="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8"/>
            <p:cNvSpPr/>
            <p:nvPr/>
          </p:nvSpPr>
          <p:spPr>
            <a:xfrm>
              <a:off x="2952572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8"/>
            <p:cNvSpPr/>
            <p:nvPr/>
          </p:nvSpPr>
          <p:spPr>
            <a:xfrm>
              <a:off x="2967361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8"/>
            <p:cNvSpPr/>
            <p:nvPr/>
          </p:nvSpPr>
          <p:spPr>
            <a:xfrm>
              <a:off x="3016563" y="4424063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8"/>
            <p:cNvSpPr/>
            <p:nvPr/>
          </p:nvSpPr>
          <p:spPr>
            <a:xfrm>
              <a:off x="3016563" y="4442606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8"/>
            <p:cNvSpPr/>
            <p:nvPr/>
          </p:nvSpPr>
          <p:spPr>
            <a:xfrm>
              <a:off x="3032498" y="4424063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8"/>
            <p:cNvSpPr/>
            <p:nvPr/>
          </p:nvSpPr>
          <p:spPr>
            <a:xfrm>
              <a:off x="3032498" y="4442606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8"/>
            <p:cNvSpPr/>
            <p:nvPr/>
          </p:nvSpPr>
          <p:spPr>
            <a:xfrm>
              <a:off x="3016213" y="4357527"/>
              <a:ext cx="112494" cy="111636"/>
            </a:xfrm>
            <a:custGeom>
              <a:avLst/>
              <a:gdLst/>
              <a:ahLst/>
              <a:cxnLst/>
              <a:rect l="l" t="t" r="r" b="b"/>
              <a:pathLst>
                <a:path w="3537" h="3510" extrusionOk="0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8"/>
            <p:cNvSpPr/>
            <p:nvPr/>
          </p:nvSpPr>
          <p:spPr>
            <a:xfrm>
              <a:off x="2937051" y="4499791"/>
              <a:ext cx="14439" cy="11386"/>
            </a:xfrm>
            <a:custGeom>
              <a:avLst/>
              <a:gdLst/>
              <a:ahLst/>
              <a:cxnLst/>
              <a:rect l="l" t="t" r="r" b="b"/>
              <a:pathLst>
                <a:path w="454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8"/>
            <p:cNvSpPr/>
            <p:nvPr/>
          </p:nvSpPr>
          <p:spPr>
            <a:xfrm>
              <a:off x="2953717" y="4499791"/>
              <a:ext cx="30310" cy="11386"/>
            </a:xfrm>
            <a:custGeom>
              <a:avLst/>
              <a:gdLst/>
              <a:ahLst/>
              <a:cxnLst/>
              <a:rect l="l" t="t" r="r" b="b"/>
              <a:pathLst>
                <a:path w="953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8"/>
            <p:cNvSpPr/>
            <p:nvPr/>
          </p:nvSpPr>
          <p:spPr>
            <a:xfrm>
              <a:off x="2937051" y="4514930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2937051" y="4529719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8"/>
            <p:cNvSpPr/>
            <p:nvPr/>
          </p:nvSpPr>
          <p:spPr>
            <a:xfrm>
              <a:off x="3213881" y="4343787"/>
              <a:ext cx="11386" cy="126488"/>
            </a:xfrm>
            <a:custGeom>
              <a:avLst/>
              <a:gdLst/>
              <a:ahLst/>
              <a:cxnLst/>
              <a:rect l="l" t="t" r="r" b="b"/>
              <a:pathLst>
                <a:path w="358" h="3977" extrusionOk="0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38"/>
          <p:cNvGrpSpPr/>
          <p:nvPr/>
        </p:nvGrpSpPr>
        <p:grpSpPr>
          <a:xfrm>
            <a:off x="819565" y="2979180"/>
            <a:ext cx="337069" cy="302593"/>
            <a:chOff x="3441065" y="4302505"/>
            <a:chExt cx="337069" cy="302593"/>
          </a:xfrm>
        </p:grpSpPr>
        <p:sp>
          <p:nvSpPr>
            <p:cNvPr id="296" name="Google Shape;296;p38"/>
            <p:cNvSpPr/>
            <p:nvPr/>
          </p:nvSpPr>
          <p:spPr>
            <a:xfrm>
              <a:off x="3441065" y="4366941"/>
              <a:ext cx="337069" cy="173655"/>
            </a:xfrm>
            <a:custGeom>
              <a:avLst/>
              <a:gdLst/>
              <a:ahLst/>
              <a:cxnLst/>
              <a:rect l="l" t="t" r="r" b="b"/>
              <a:pathLst>
                <a:path w="10598" h="5460" extrusionOk="0">
                  <a:moveTo>
                    <a:pt x="5062" y="1"/>
                  </a:moveTo>
                  <a:cubicBezTo>
                    <a:pt x="3977" y="1"/>
                    <a:pt x="2891" y="303"/>
                    <a:pt x="1834" y="951"/>
                  </a:cubicBezTo>
                  <a:cubicBezTo>
                    <a:pt x="1001" y="1463"/>
                    <a:pt x="418" y="2058"/>
                    <a:pt x="156" y="2368"/>
                  </a:cubicBezTo>
                  <a:cubicBezTo>
                    <a:pt x="1" y="2546"/>
                    <a:pt x="1" y="2808"/>
                    <a:pt x="168" y="2987"/>
                  </a:cubicBezTo>
                  <a:cubicBezTo>
                    <a:pt x="1001" y="3844"/>
                    <a:pt x="1870" y="4475"/>
                    <a:pt x="2739" y="4892"/>
                  </a:cubicBezTo>
                  <a:cubicBezTo>
                    <a:pt x="2763" y="4916"/>
                    <a:pt x="2787" y="4916"/>
                    <a:pt x="2823" y="4916"/>
                  </a:cubicBezTo>
                  <a:cubicBezTo>
                    <a:pt x="2977" y="4916"/>
                    <a:pt x="3037" y="4689"/>
                    <a:pt x="2894" y="4618"/>
                  </a:cubicBezTo>
                  <a:cubicBezTo>
                    <a:pt x="2049" y="4213"/>
                    <a:pt x="1215" y="3582"/>
                    <a:pt x="406" y="2773"/>
                  </a:cubicBezTo>
                  <a:cubicBezTo>
                    <a:pt x="346" y="2713"/>
                    <a:pt x="346" y="2630"/>
                    <a:pt x="406" y="2570"/>
                  </a:cubicBezTo>
                  <a:cubicBezTo>
                    <a:pt x="799" y="2130"/>
                    <a:pt x="2061" y="868"/>
                    <a:pt x="3918" y="451"/>
                  </a:cubicBezTo>
                  <a:lnTo>
                    <a:pt x="3918" y="451"/>
                  </a:lnTo>
                  <a:cubicBezTo>
                    <a:pt x="3561" y="665"/>
                    <a:pt x="3263" y="963"/>
                    <a:pt x="3025" y="1320"/>
                  </a:cubicBezTo>
                  <a:cubicBezTo>
                    <a:pt x="2977" y="1403"/>
                    <a:pt x="3001" y="1487"/>
                    <a:pt x="3073" y="1534"/>
                  </a:cubicBezTo>
                  <a:cubicBezTo>
                    <a:pt x="3098" y="1551"/>
                    <a:pt x="3126" y="1559"/>
                    <a:pt x="3154" y="1559"/>
                  </a:cubicBezTo>
                  <a:cubicBezTo>
                    <a:pt x="3204" y="1559"/>
                    <a:pt x="3252" y="1533"/>
                    <a:pt x="3275" y="1487"/>
                  </a:cubicBezTo>
                  <a:cubicBezTo>
                    <a:pt x="3728" y="772"/>
                    <a:pt x="4490" y="367"/>
                    <a:pt x="5299" y="367"/>
                  </a:cubicBezTo>
                  <a:cubicBezTo>
                    <a:pt x="6609" y="367"/>
                    <a:pt x="7680" y="1439"/>
                    <a:pt x="7680" y="2749"/>
                  </a:cubicBezTo>
                  <a:cubicBezTo>
                    <a:pt x="7680" y="3820"/>
                    <a:pt x="6954" y="4773"/>
                    <a:pt x="5930" y="5047"/>
                  </a:cubicBezTo>
                  <a:cubicBezTo>
                    <a:pt x="5720" y="5103"/>
                    <a:pt x="5510" y="5130"/>
                    <a:pt x="5305" y="5130"/>
                  </a:cubicBezTo>
                  <a:cubicBezTo>
                    <a:pt x="4250" y="5130"/>
                    <a:pt x="3302" y="4424"/>
                    <a:pt x="3013" y="3368"/>
                  </a:cubicBezTo>
                  <a:cubicBezTo>
                    <a:pt x="2954" y="3154"/>
                    <a:pt x="2918" y="2951"/>
                    <a:pt x="2918" y="2737"/>
                  </a:cubicBezTo>
                  <a:cubicBezTo>
                    <a:pt x="2918" y="2487"/>
                    <a:pt x="2966" y="2249"/>
                    <a:pt x="3037" y="2011"/>
                  </a:cubicBezTo>
                  <a:cubicBezTo>
                    <a:pt x="3073" y="1915"/>
                    <a:pt x="3025" y="1844"/>
                    <a:pt x="2942" y="1820"/>
                  </a:cubicBezTo>
                  <a:cubicBezTo>
                    <a:pt x="2920" y="1812"/>
                    <a:pt x="2899" y="1808"/>
                    <a:pt x="2880" y="1808"/>
                  </a:cubicBezTo>
                  <a:cubicBezTo>
                    <a:pt x="2816" y="1808"/>
                    <a:pt x="2767" y="1851"/>
                    <a:pt x="2739" y="1915"/>
                  </a:cubicBezTo>
                  <a:cubicBezTo>
                    <a:pt x="2656" y="2189"/>
                    <a:pt x="2608" y="2475"/>
                    <a:pt x="2608" y="2737"/>
                  </a:cubicBezTo>
                  <a:cubicBezTo>
                    <a:pt x="2608" y="2975"/>
                    <a:pt x="2644" y="3213"/>
                    <a:pt x="2704" y="3439"/>
                  </a:cubicBezTo>
                  <a:cubicBezTo>
                    <a:pt x="2858" y="4058"/>
                    <a:pt x="3251" y="4582"/>
                    <a:pt x="3739" y="4928"/>
                  </a:cubicBezTo>
                  <a:cubicBezTo>
                    <a:pt x="3632" y="4892"/>
                    <a:pt x="3549" y="4868"/>
                    <a:pt x="3442" y="4820"/>
                  </a:cubicBezTo>
                  <a:cubicBezTo>
                    <a:pt x="3427" y="4816"/>
                    <a:pt x="3412" y="4813"/>
                    <a:pt x="3396" y="4813"/>
                  </a:cubicBezTo>
                  <a:cubicBezTo>
                    <a:pt x="3334" y="4813"/>
                    <a:pt x="3270" y="4849"/>
                    <a:pt x="3251" y="4916"/>
                  </a:cubicBezTo>
                  <a:cubicBezTo>
                    <a:pt x="3216" y="4987"/>
                    <a:pt x="3263" y="5070"/>
                    <a:pt x="3335" y="5106"/>
                  </a:cubicBezTo>
                  <a:cubicBezTo>
                    <a:pt x="3996" y="5346"/>
                    <a:pt x="4652" y="5460"/>
                    <a:pt x="5299" y="5460"/>
                  </a:cubicBezTo>
                  <a:cubicBezTo>
                    <a:pt x="6446" y="5460"/>
                    <a:pt x="7563" y="5103"/>
                    <a:pt x="8621" y="4463"/>
                  </a:cubicBezTo>
                  <a:cubicBezTo>
                    <a:pt x="9502" y="3927"/>
                    <a:pt x="10145" y="3308"/>
                    <a:pt x="10443" y="2975"/>
                  </a:cubicBezTo>
                  <a:cubicBezTo>
                    <a:pt x="10597" y="2808"/>
                    <a:pt x="10586" y="2511"/>
                    <a:pt x="10395" y="2356"/>
                  </a:cubicBezTo>
                  <a:cubicBezTo>
                    <a:pt x="10062" y="2058"/>
                    <a:pt x="9728" y="1784"/>
                    <a:pt x="9383" y="1546"/>
                  </a:cubicBezTo>
                  <a:cubicBezTo>
                    <a:pt x="9357" y="1529"/>
                    <a:pt x="9327" y="1521"/>
                    <a:pt x="9298" y="1521"/>
                  </a:cubicBezTo>
                  <a:cubicBezTo>
                    <a:pt x="9246" y="1521"/>
                    <a:pt x="9194" y="1544"/>
                    <a:pt x="9157" y="1582"/>
                  </a:cubicBezTo>
                  <a:cubicBezTo>
                    <a:pt x="9109" y="1653"/>
                    <a:pt x="9133" y="1737"/>
                    <a:pt x="9192" y="1796"/>
                  </a:cubicBezTo>
                  <a:cubicBezTo>
                    <a:pt x="9514" y="2034"/>
                    <a:pt x="9847" y="2296"/>
                    <a:pt x="10169" y="2594"/>
                  </a:cubicBezTo>
                  <a:cubicBezTo>
                    <a:pt x="10228" y="2653"/>
                    <a:pt x="10228" y="2737"/>
                    <a:pt x="10181" y="2796"/>
                  </a:cubicBezTo>
                  <a:cubicBezTo>
                    <a:pt x="9788" y="3225"/>
                    <a:pt x="8550" y="4439"/>
                    <a:pt x="6835" y="4939"/>
                  </a:cubicBezTo>
                  <a:cubicBezTo>
                    <a:pt x="8311" y="3904"/>
                    <a:pt x="8359" y="1737"/>
                    <a:pt x="6954" y="629"/>
                  </a:cubicBezTo>
                  <a:lnTo>
                    <a:pt x="6954" y="629"/>
                  </a:lnTo>
                  <a:cubicBezTo>
                    <a:pt x="7538" y="820"/>
                    <a:pt x="8121" y="1106"/>
                    <a:pt x="8692" y="1463"/>
                  </a:cubicBezTo>
                  <a:cubicBezTo>
                    <a:pt x="8722" y="1476"/>
                    <a:pt x="8752" y="1482"/>
                    <a:pt x="8780" y="1482"/>
                  </a:cubicBezTo>
                  <a:cubicBezTo>
                    <a:pt x="8831" y="1482"/>
                    <a:pt x="8876" y="1461"/>
                    <a:pt x="8907" y="1415"/>
                  </a:cubicBezTo>
                  <a:cubicBezTo>
                    <a:pt x="8954" y="1344"/>
                    <a:pt x="8931" y="1249"/>
                    <a:pt x="8859" y="1201"/>
                  </a:cubicBezTo>
                  <a:cubicBezTo>
                    <a:pt x="7632" y="426"/>
                    <a:pt x="6348" y="1"/>
                    <a:pt x="50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8"/>
            <p:cNvSpPr/>
            <p:nvPr/>
          </p:nvSpPr>
          <p:spPr>
            <a:xfrm>
              <a:off x="3572864" y="4423300"/>
              <a:ext cx="76141" cy="61479"/>
            </a:xfrm>
            <a:custGeom>
              <a:avLst/>
              <a:gdLst/>
              <a:ahLst/>
              <a:cxnLst/>
              <a:rect l="l" t="t" r="r" b="b"/>
              <a:pathLst>
                <a:path w="2394" h="1933" extrusionOk="0">
                  <a:moveTo>
                    <a:pt x="1143" y="0"/>
                  </a:moveTo>
                  <a:cubicBezTo>
                    <a:pt x="465" y="0"/>
                    <a:pt x="0" y="679"/>
                    <a:pt x="238" y="1322"/>
                  </a:cubicBezTo>
                  <a:cubicBezTo>
                    <a:pt x="258" y="1381"/>
                    <a:pt x="326" y="1423"/>
                    <a:pt x="396" y="1423"/>
                  </a:cubicBezTo>
                  <a:cubicBezTo>
                    <a:pt x="411" y="1423"/>
                    <a:pt x="426" y="1421"/>
                    <a:pt x="441" y="1417"/>
                  </a:cubicBezTo>
                  <a:cubicBezTo>
                    <a:pt x="524" y="1382"/>
                    <a:pt x="560" y="1298"/>
                    <a:pt x="536" y="1203"/>
                  </a:cubicBezTo>
                  <a:cubicBezTo>
                    <a:pt x="354" y="738"/>
                    <a:pt x="729" y="308"/>
                    <a:pt x="1156" y="308"/>
                  </a:cubicBezTo>
                  <a:cubicBezTo>
                    <a:pt x="1287" y="308"/>
                    <a:pt x="1422" y="349"/>
                    <a:pt x="1548" y="441"/>
                  </a:cubicBezTo>
                  <a:cubicBezTo>
                    <a:pt x="2036" y="822"/>
                    <a:pt x="1774" y="1620"/>
                    <a:pt x="1143" y="1620"/>
                  </a:cubicBezTo>
                  <a:cubicBezTo>
                    <a:pt x="1048" y="1620"/>
                    <a:pt x="953" y="1608"/>
                    <a:pt x="881" y="1560"/>
                  </a:cubicBezTo>
                  <a:cubicBezTo>
                    <a:pt x="860" y="1554"/>
                    <a:pt x="840" y="1551"/>
                    <a:pt x="819" y="1551"/>
                  </a:cubicBezTo>
                  <a:cubicBezTo>
                    <a:pt x="759" y="1551"/>
                    <a:pt x="703" y="1578"/>
                    <a:pt x="667" y="1632"/>
                  </a:cubicBezTo>
                  <a:cubicBezTo>
                    <a:pt x="643" y="1715"/>
                    <a:pt x="667" y="1798"/>
                    <a:pt x="738" y="1846"/>
                  </a:cubicBezTo>
                  <a:cubicBezTo>
                    <a:pt x="869" y="1904"/>
                    <a:pt x="1009" y="1933"/>
                    <a:pt x="1148" y="1933"/>
                  </a:cubicBezTo>
                  <a:cubicBezTo>
                    <a:pt x="1438" y="1933"/>
                    <a:pt x="1724" y="1806"/>
                    <a:pt x="1917" y="1548"/>
                  </a:cubicBezTo>
                  <a:cubicBezTo>
                    <a:pt x="2393" y="917"/>
                    <a:pt x="1965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8"/>
            <p:cNvSpPr/>
            <p:nvPr/>
          </p:nvSpPr>
          <p:spPr>
            <a:xfrm>
              <a:off x="3619045" y="4394485"/>
              <a:ext cx="46626" cy="39088"/>
            </a:xfrm>
            <a:custGeom>
              <a:avLst/>
              <a:gdLst/>
              <a:ahLst/>
              <a:cxnLst/>
              <a:rect l="l" t="t" r="r" b="b"/>
              <a:pathLst>
                <a:path w="1466" h="1229" extrusionOk="0">
                  <a:moveTo>
                    <a:pt x="782" y="310"/>
                  </a:moveTo>
                  <a:cubicBezTo>
                    <a:pt x="917" y="310"/>
                    <a:pt x="1054" y="400"/>
                    <a:pt x="1096" y="549"/>
                  </a:cubicBezTo>
                  <a:cubicBezTo>
                    <a:pt x="1120" y="716"/>
                    <a:pt x="1013" y="871"/>
                    <a:pt x="858" y="906"/>
                  </a:cubicBezTo>
                  <a:cubicBezTo>
                    <a:pt x="834" y="912"/>
                    <a:pt x="810" y="914"/>
                    <a:pt x="788" y="914"/>
                  </a:cubicBezTo>
                  <a:cubicBezTo>
                    <a:pt x="553" y="914"/>
                    <a:pt x="406" y="648"/>
                    <a:pt x="537" y="442"/>
                  </a:cubicBezTo>
                  <a:cubicBezTo>
                    <a:pt x="599" y="351"/>
                    <a:pt x="690" y="310"/>
                    <a:pt x="782" y="310"/>
                  </a:cubicBezTo>
                  <a:close/>
                  <a:moveTo>
                    <a:pt x="791" y="1"/>
                  </a:moveTo>
                  <a:cubicBezTo>
                    <a:pt x="598" y="1"/>
                    <a:pt x="403" y="88"/>
                    <a:pt x="275" y="275"/>
                  </a:cubicBezTo>
                  <a:cubicBezTo>
                    <a:pt x="1" y="692"/>
                    <a:pt x="321" y="1229"/>
                    <a:pt x="792" y="1229"/>
                  </a:cubicBezTo>
                  <a:cubicBezTo>
                    <a:pt x="833" y="1229"/>
                    <a:pt x="875" y="1225"/>
                    <a:pt x="918" y="1216"/>
                  </a:cubicBezTo>
                  <a:cubicBezTo>
                    <a:pt x="1251" y="1145"/>
                    <a:pt x="1465" y="811"/>
                    <a:pt x="1394" y="490"/>
                  </a:cubicBezTo>
                  <a:cubicBezTo>
                    <a:pt x="1331" y="176"/>
                    <a:pt x="1064" y="1"/>
                    <a:pt x="7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8"/>
            <p:cNvSpPr/>
            <p:nvPr/>
          </p:nvSpPr>
          <p:spPr>
            <a:xfrm>
              <a:off x="3604669" y="4302505"/>
              <a:ext cx="9860" cy="42046"/>
            </a:xfrm>
            <a:custGeom>
              <a:avLst/>
              <a:gdLst/>
              <a:ahLst/>
              <a:cxnLst/>
              <a:rect l="l" t="t" r="r" b="b"/>
              <a:pathLst>
                <a:path w="310" h="1322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lnTo>
                    <a:pt x="0" y="1179"/>
                  </a:lnTo>
                  <a:cubicBezTo>
                    <a:pt x="0" y="1262"/>
                    <a:pt x="72" y="1322"/>
                    <a:pt x="143" y="1322"/>
                  </a:cubicBezTo>
                  <a:cubicBezTo>
                    <a:pt x="238" y="1322"/>
                    <a:pt x="298" y="1250"/>
                    <a:pt x="298" y="1179"/>
                  </a:cubicBezTo>
                  <a:lnTo>
                    <a:pt x="298" y="155"/>
                  </a:lnTo>
                  <a:cubicBezTo>
                    <a:pt x="310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8"/>
            <p:cNvSpPr/>
            <p:nvPr/>
          </p:nvSpPr>
          <p:spPr>
            <a:xfrm>
              <a:off x="3528178" y="4315926"/>
              <a:ext cx="22359" cy="40742"/>
            </a:xfrm>
            <a:custGeom>
              <a:avLst/>
              <a:gdLst/>
              <a:ahLst/>
              <a:cxnLst/>
              <a:rect l="l" t="t" r="r" b="b"/>
              <a:pathLst>
                <a:path w="703" h="1281" extrusionOk="0">
                  <a:moveTo>
                    <a:pt x="163" y="1"/>
                  </a:moveTo>
                  <a:cubicBezTo>
                    <a:pt x="149" y="1"/>
                    <a:pt x="134" y="3"/>
                    <a:pt x="119" y="7"/>
                  </a:cubicBezTo>
                  <a:cubicBezTo>
                    <a:pt x="48" y="43"/>
                    <a:pt x="0" y="126"/>
                    <a:pt x="36" y="209"/>
                  </a:cubicBezTo>
                  <a:lnTo>
                    <a:pt x="393" y="1174"/>
                  </a:lnTo>
                  <a:cubicBezTo>
                    <a:pt x="417" y="1233"/>
                    <a:pt x="477" y="1281"/>
                    <a:pt x="536" y="1281"/>
                  </a:cubicBezTo>
                  <a:cubicBezTo>
                    <a:pt x="631" y="1281"/>
                    <a:pt x="703" y="1174"/>
                    <a:pt x="679" y="1067"/>
                  </a:cubicBezTo>
                  <a:lnTo>
                    <a:pt x="322" y="102"/>
                  </a:lnTo>
                  <a:cubicBezTo>
                    <a:pt x="292" y="43"/>
                    <a:pt x="231" y="1"/>
                    <a:pt x="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8"/>
            <p:cNvSpPr/>
            <p:nvPr/>
          </p:nvSpPr>
          <p:spPr>
            <a:xfrm>
              <a:off x="3457730" y="4348590"/>
              <a:ext cx="32600" cy="35367"/>
            </a:xfrm>
            <a:custGeom>
              <a:avLst/>
              <a:gdLst/>
              <a:ahLst/>
              <a:cxnLst/>
              <a:rect l="l" t="t" r="r" b="b"/>
              <a:pathLst>
                <a:path w="1025" h="1112" extrusionOk="0">
                  <a:moveTo>
                    <a:pt x="183" y="0"/>
                  </a:moveTo>
                  <a:cubicBezTo>
                    <a:pt x="147" y="0"/>
                    <a:pt x="110" y="13"/>
                    <a:pt x="72" y="40"/>
                  </a:cubicBezTo>
                  <a:cubicBezTo>
                    <a:pt x="13" y="99"/>
                    <a:pt x="1" y="194"/>
                    <a:pt x="60" y="266"/>
                  </a:cubicBezTo>
                  <a:lnTo>
                    <a:pt x="715" y="1052"/>
                  </a:lnTo>
                  <a:cubicBezTo>
                    <a:pt x="751" y="1087"/>
                    <a:pt x="787" y="1111"/>
                    <a:pt x="834" y="1111"/>
                  </a:cubicBezTo>
                  <a:cubicBezTo>
                    <a:pt x="953" y="1099"/>
                    <a:pt x="1025" y="944"/>
                    <a:pt x="953" y="849"/>
                  </a:cubicBezTo>
                  <a:lnTo>
                    <a:pt x="298" y="51"/>
                  </a:lnTo>
                  <a:cubicBezTo>
                    <a:pt x="266" y="19"/>
                    <a:pt x="226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8"/>
            <p:cNvSpPr/>
            <p:nvPr/>
          </p:nvSpPr>
          <p:spPr>
            <a:xfrm>
              <a:off x="3727723" y="4351611"/>
              <a:ext cx="32218" cy="34954"/>
            </a:xfrm>
            <a:custGeom>
              <a:avLst/>
              <a:gdLst/>
              <a:ahLst/>
              <a:cxnLst/>
              <a:rect l="l" t="t" r="r" b="b"/>
              <a:pathLst>
                <a:path w="1013" h="1099" extrusionOk="0">
                  <a:moveTo>
                    <a:pt x="834" y="1"/>
                  </a:moveTo>
                  <a:cubicBezTo>
                    <a:pt x="791" y="1"/>
                    <a:pt x="748" y="19"/>
                    <a:pt x="715" y="52"/>
                  </a:cubicBezTo>
                  <a:lnTo>
                    <a:pt x="60" y="838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9" y="1040"/>
                  </a:cubicBezTo>
                  <a:lnTo>
                    <a:pt x="953" y="254"/>
                  </a:lnTo>
                  <a:cubicBezTo>
                    <a:pt x="1013" y="183"/>
                    <a:pt x="1013" y="76"/>
                    <a:pt x="930" y="40"/>
                  </a:cubicBezTo>
                  <a:cubicBezTo>
                    <a:pt x="903" y="13"/>
                    <a:pt x="869" y="1"/>
                    <a:pt x="8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8"/>
            <p:cNvSpPr/>
            <p:nvPr/>
          </p:nvSpPr>
          <p:spPr>
            <a:xfrm>
              <a:off x="3668279" y="4315926"/>
              <a:ext cx="22391" cy="40742"/>
            </a:xfrm>
            <a:custGeom>
              <a:avLst/>
              <a:gdLst/>
              <a:ahLst/>
              <a:cxnLst/>
              <a:rect l="l" t="t" r="r" b="b"/>
              <a:pathLst>
                <a:path w="704" h="1281" extrusionOk="0">
                  <a:moveTo>
                    <a:pt x="544" y="1"/>
                  </a:moveTo>
                  <a:cubicBezTo>
                    <a:pt x="481" y="1"/>
                    <a:pt x="413" y="43"/>
                    <a:pt x="394" y="102"/>
                  </a:cubicBezTo>
                  <a:lnTo>
                    <a:pt x="36" y="1067"/>
                  </a:lnTo>
                  <a:cubicBezTo>
                    <a:pt x="1" y="1174"/>
                    <a:pt x="84" y="1281"/>
                    <a:pt x="179" y="1281"/>
                  </a:cubicBezTo>
                  <a:cubicBezTo>
                    <a:pt x="239" y="1281"/>
                    <a:pt x="298" y="1233"/>
                    <a:pt x="334" y="1174"/>
                  </a:cubicBezTo>
                  <a:lnTo>
                    <a:pt x="691" y="209"/>
                  </a:lnTo>
                  <a:cubicBezTo>
                    <a:pt x="703" y="126"/>
                    <a:pt x="655" y="43"/>
                    <a:pt x="584" y="7"/>
                  </a:cubicBezTo>
                  <a:cubicBezTo>
                    <a:pt x="571" y="3"/>
                    <a:pt x="558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8"/>
            <p:cNvSpPr/>
            <p:nvPr/>
          </p:nvSpPr>
          <p:spPr>
            <a:xfrm>
              <a:off x="3603143" y="4563019"/>
              <a:ext cx="9891" cy="42078"/>
            </a:xfrm>
            <a:custGeom>
              <a:avLst/>
              <a:gdLst/>
              <a:ahLst/>
              <a:cxnLst/>
              <a:rect l="l" t="t" r="r" b="b"/>
              <a:pathLst>
                <a:path w="311" h="1323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68"/>
                  </a:lnTo>
                  <a:cubicBezTo>
                    <a:pt x="1" y="1263"/>
                    <a:pt x="72" y="1322"/>
                    <a:pt x="144" y="1322"/>
                  </a:cubicBezTo>
                  <a:cubicBezTo>
                    <a:pt x="239" y="1322"/>
                    <a:pt x="298" y="1251"/>
                    <a:pt x="298" y="1168"/>
                  </a:cubicBezTo>
                  <a:lnTo>
                    <a:pt x="298" y="144"/>
                  </a:ln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8"/>
            <p:cNvSpPr/>
            <p:nvPr/>
          </p:nvSpPr>
          <p:spPr>
            <a:xfrm>
              <a:off x="3667134" y="4552206"/>
              <a:ext cx="22009" cy="40233"/>
            </a:xfrm>
            <a:custGeom>
              <a:avLst/>
              <a:gdLst/>
              <a:ahLst/>
              <a:cxnLst/>
              <a:rect l="l" t="t" r="r" b="b"/>
              <a:pathLst>
                <a:path w="692" h="1265" extrusionOk="0">
                  <a:moveTo>
                    <a:pt x="165" y="0"/>
                  </a:moveTo>
                  <a:cubicBezTo>
                    <a:pt x="150" y="0"/>
                    <a:pt x="135" y="3"/>
                    <a:pt x="120" y="7"/>
                  </a:cubicBezTo>
                  <a:cubicBezTo>
                    <a:pt x="37" y="43"/>
                    <a:pt x="1" y="126"/>
                    <a:pt x="25" y="198"/>
                  </a:cubicBezTo>
                  <a:lnTo>
                    <a:pt x="382" y="1174"/>
                  </a:lnTo>
                  <a:cubicBezTo>
                    <a:pt x="410" y="1231"/>
                    <a:pt x="468" y="1265"/>
                    <a:pt x="527" y="1265"/>
                  </a:cubicBezTo>
                  <a:cubicBezTo>
                    <a:pt x="542" y="1265"/>
                    <a:pt x="557" y="1263"/>
                    <a:pt x="572" y="1258"/>
                  </a:cubicBezTo>
                  <a:cubicBezTo>
                    <a:pt x="656" y="1234"/>
                    <a:pt x="691" y="1139"/>
                    <a:pt x="668" y="1067"/>
                  </a:cubicBezTo>
                  <a:lnTo>
                    <a:pt x="310" y="103"/>
                  </a:lnTo>
                  <a:cubicBezTo>
                    <a:pt x="282" y="36"/>
                    <a:pt x="223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8"/>
            <p:cNvSpPr/>
            <p:nvPr/>
          </p:nvSpPr>
          <p:spPr>
            <a:xfrm>
              <a:off x="3727723" y="4524662"/>
              <a:ext cx="32982" cy="35367"/>
            </a:xfrm>
            <a:custGeom>
              <a:avLst/>
              <a:gdLst/>
              <a:ahLst/>
              <a:cxnLst/>
              <a:rect l="l" t="t" r="r" b="b"/>
              <a:pathLst>
                <a:path w="1037" h="1112" extrusionOk="0">
                  <a:moveTo>
                    <a:pt x="178" y="1"/>
                  </a:moveTo>
                  <a:cubicBezTo>
                    <a:pt x="142" y="1"/>
                    <a:pt x="104" y="13"/>
                    <a:pt x="72" y="40"/>
                  </a:cubicBezTo>
                  <a:cubicBezTo>
                    <a:pt x="13" y="100"/>
                    <a:pt x="1" y="195"/>
                    <a:pt x="60" y="266"/>
                  </a:cubicBezTo>
                  <a:lnTo>
                    <a:pt x="715" y="1052"/>
                  </a:lnTo>
                  <a:cubicBezTo>
                    <a:pt x="739" y="1088"/>
                    <a:pt x="787" y="1112"/>
                    <a:pt x="834" y="1112"/>
                  </a:cubicBezTo>
                  <a:cubicBezTo>
                    <a:pt x="965" y="1100"/>
                    <a:pt x="1037" y="945"/>
                    <a:pt x="953" y="850"/>
                  </a:cubicBezTo>
                  <a:lnTo>
                    <a:pt x="299" y="52"/>
                  </a:lnTo>
                  <a:cubicBezTo>
                    <a:pt x="266" y="19"/>
                    <a:pt x="222" y="1"/>
                    <a:pt x="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8"/>
            <p:cNvSpPr/>
            <p:nvPr/>
          </p:nvSpPr>
          <p:spPr>
            <a:xfrm>
              <a:off x="3457349" y="4522023"/>
              <a:ext cx="32218" cy="34954"/>
            </a:xfrm>
            <a:custGeom>
              <a:avLst/>
              <a:gdLst/>
              <a:ahLst/>
              <a:cxnLst/>
              <a:rect l="l" t="t" r="r" b="b"/>
              <a:pathLst>
                <a:path w="1013" h="1099" extrusionOk="0">
                  <a:moveTo>
                    <a:pt x="841" y="0"/>
                  </a:moveTo>
                  <a:cubicBezTo>
                    <a:pt x="795" y="0"/>
                    <a:pt x="748" y="19"/>
                    <a:pt x="715" y="52"/>
                  </a:cubicBezTo>
                  <a:lnTo>
                    <a:pt x="60" y="837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8" y="1040"/>
                  </a:cubicBezTo>
                  <a:lnTo>
                    <a:pt x="953" y="254"/>
                  </a:lnTo>
                  <a:cubicBezTo>
                    <a:pt x="1013" y="183"/>
                    <a:pt x="1013" y="99"/>
                    <a:pt x="941" y="40"/>
                  </a:cubicBezTo>
                  <a:cubicBezTo>
                    <a:pt x="915" y="13"/>
                    <a:pt x="878" y="0"/>
                    <a:pt x="8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8"/>
            <p:cNvSpPr/>
            <p:nvPr/>
          </p:nvSpPr>
          <p:spPr>
            <a:xfrm>
              <a:off x="3526270" y="4551665"/>
              <a:ext cx="22772" cy="40392"/>
            </a:xfrm>
            <a:custGeom>
              <a:avLst/>
              <a:gdLst/>
              <a:ahLst/>
              <a:cxnLst/>
              <a:rect l="l" t="t" r="r" b="b"/>
              <a:pathLst>
                <a:path w="716" h="1270" extrusionOk="0">
                  <a:moveTo>
                    <a:pt x="531" y="0"/>
                  </a:moveTo>
                  <a:cubicBezTo>
                    <a:pt x="472" y="0"/>
                    <a:pt x="412" y="41"/>
                    <a:pt x="394" y="96"/>
                  </a:cubicBezTo>
                  <a:lnTo>
                    <a:pt x="36" y="1072"/>
                  </a:lnTo>
                  <a:cubicBezTo>
                    <a:pt x="1" y="1144"/>
                    <a:pt x="48" y="1227"/>
                    <a:pt x="120" y="1263"/>
                  </a:cubicBezTo>
                  <a:cubicBezTo>
                    <a:pt x="137" y="1268"/>
                    <a:pt x="154" y="1270"/>
                    <a:pt x="170" y="1270"/>
                  </a:cubicBezTo>
                  <a:cubicBezTo>
                    <a:pt x="235" y="1270"/>
                    <a:pt x="294" y="1234"/>
                    <a:pt x="322" y="1167"/>
                  </a:cubicBezTo>
                  <a:lnTo>
                    <a:pt x="679" y="203"/>
                  </a:lnTo>
                  <a:cubicBezTo>
                    <a:pt x="715" y="132"/>
                    <a:pt x="679" y="36"/>
                    <a:pt x="584" y="13"/>
                  </a:cubicBezTo>
                  <a:cubicBezTo>
                    <a:pt x="567" y="4"/>
                    <a:pt x="549" y="0"/>
                    <a:pt x="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" name="Google Shape;316;p38"/>
          <p:cNvSpPr txBox="1">
            <a:spLocks noGrp="1"/>
          </p:cNvSpPr>
          <p:nvPr>
            <p:ph type="ctrTitle" idx="7"/>
          </p:nvPr>
        </p:nvSpPr>
        <p:spPr>
          <a:xfrm>
            <a:off x="141107" y="3878491"/>
            <a:ext cx="2152985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Secure &amp; scalable platform</a:t>
            </a:r>
            <a:br>
              <a:rPr lang="en-US" dirty="0"/>
            </a:br>
            <a:endParaRPr dirty="0"/>
          </a:p>
        </p:txBody>
      </p:sp>
      <p:sp>
        <p:nvSpPr>
          <p:cNvPr id="318" name="Google Shape;318;p38"/>
          <p:cNvSpPr txBox="1">
            <a:spLocks noGrp="1"/>
          </p:cNvSpPr>
          <p:nvPr>
            <p:ph type="ctrTitle" idx="9"/>
          </p:nvPr>
        </p:nvSpPr>
        <p:spPr>
          <a:xfrm>
            <a:off x="2701366" y="3556141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Flexibility And Ease Of Use</a:t>
            </a:r>
            <a:endParaRPr dirty="0"/>
          </a:p>
        </p:txBody>
      </p:sp>
      <p:sp>
        <p:nvSpPr>
          <p:cNvPr id="320" name="Google Shape;320;p38"/>
          <p:cNvSpPr txBox="1">
            <a:spLocks noGrp="1"/>
          </p:cNvSpPr>
          <p:nvPr>
            <p:ph type="ctrTitle" idx="14"/>
          </p:nvPr>
        </p:nvSpPr>
        <p:spPr>
          <a:xfrm>
            <a:off x="5250229" y="3468973"/>
            <a:ext cx="1881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Dynamic Design</a:t>
            </a:r>
            <a:endParaRPr dirty="0"/>
          </a:p>
        </p:txBody>
      </p:sp>
      <p:sp>
        <p:nvSpPr>
          <p:cNvPr id="70" name="Google Shape;3762;p60"/>
          <p:cNvSpPr/>
          <p:nvPr/>
        </p:nvSpPr>
        <p:spPr>
          <a:xfrm>
            <a:off x="3403885" y="977878"/>
            <a:ext cx="360356" cy="358831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3886;p60"/>
          <p:cNvSpPr/>
          <p:nvPr/>
        </p:nvSpPr>
        <p:spPr>
          <a:xfrm>
            <a:off x="3412395" y="2965033"/>
            <a:ext cx="343335" cy="343303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6167;p64"/>
          <p:cNvGrpSpPr/>
          <p:nvPr/>
        </p:nvGrpSpPr>
        <p:grpSpPr>
          <a:xfrm>
            <a:off x="6020277" y="959080"/>
            <a:ext cx="341204" cy="359301"/>
            <a:chOff x="862283" y="4274771"/>
            <a:chExt cx="341204" cy="359301"/>
          </a:xfrm>
          <a:solidFill>
            <a:schemeClr val="bg1"/>
          </a:solidFill>
        </p:grpSpPr>
        <p:sp>
          <p:nvSpPr>
            <p:cNvPr id="73" name="Google Shape;6168;p64"/>
            <p:cNvSpPr/>
            <p:nvPr/>
          </p:nvSpPr>
          <p:spPr>
            <a:xfrm>
              <a:off x="1100089" y="4490790"/>
              <a:ext cx="24267" cy="17366"/>
            </a:xfrm>
            <a:custGeom>
              <a:avLst/>
              <a:gdLst/>
              <a:ahLst/>
              <a:cxnLst/>
              <a:rect l="l" t="t" r="r" b="b"/>
              <a:pathLst>
                <a:path w="763" h="546" extrusionOk="0">
                  <a:moveTo>
                    <a:pt x="561" y="0"/>
                  </a:moveTo>
                  <a:cubicBezTo>
                    <a:pt x="536" y="0"/>
                    <a:pt x="510" y="7"/>
                    <a:pt x="489" y="22"/>
                  </a:cubicBezTo>
                  <a:lnTo>
                    <a:pt x="108" y="224"/>
                  </a:lnTo>
                  <a:cubicBezTo>
                    <a:pt x="24" y="272"/>
                    <a:pt x="0" y="379"/>
                    <a:pt x="48" y="450"/>
                  </a:cubicBezTo>
                  <a:cubicBezTo>
                    <a:pt x="72" y="510"/>
                    <a:pt x="131" y="545"/>
                    <a:pt x="191" y="545"/>
                  </a:cubicBezTo>
                  <a:cubicBezTo>
                    <a:pt x="227" y="545"/>
                    <a:pt x="250" y="545"/>
                    <a:pt x="262" y="522"/>
                  </a:cubicBezTo>
                  <a:lnTo>
                    <a:pt x="655" y="319"/>
                  </a:lnTo>
                  <a:cubicBezTo>
                    <a:pt x="727" y="272"/>
                    <a:pt x="762" y="164"/>
                    <a:pt x="715" y="93"/>
                  </a:cubicBezTo>
                  <a:cubicBezTo>
                    <a:pt x="682" y="35"/>
                    <a:pt x="620" y="0"/>
                    <a:pt x="5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69;p64"/>
            <p:cNvSpPr/>
            <p:nvPr/>
          </p:nvSpPr>
          <p:spPr>
            <a:xfrm>
              <a:off x="1100089" y="4476001"/>
              <a:ext cx="24267" cy="17397"/>
            </a:xfrm>
            <a:custGeom>
              <a:avLst/>
              <a:gdLst/>
              <a:ahLst/>
              <a:cxnLst/>
              <a:rect l="l" t="t" r="r" b="b"/>
              <a:pathLst>
                <a:path w="763" h="547" extrusionOk="0">
                  <a:moveTo>
                    <a:pt x="561" y="1"/>
                  </a:moveTo>
                  <a:cubicBezTo>
                    <a:pt x="536" y="1"/>
                    <a:pt x="510" y="8"/>
                    <a:pt x="489" y="22"/>
                  </a:cubicBezTo>
                  <a:lnTo>
                    <a:pt x="108" y="236"/>
                  </a:lnTo>
                  <a:cubicBezTo>
                    <a:pt x="24" y="272"/>
                    <a:pt x="0" y="379"/>
                    <a:pt x="48" y="451"/>
                  </a:cubicBezTo>
                  <a:cubicBezTo>
                    <a:pt x="72" y="510"/>
                    <a:pt x="131" y="546"/>
                    <a:pt x="191" y="546"/>
                  </a:cubicBezTo>
                  <a:cubicBezTo>
                    <a:pt x="227" y="546"/>
                    <a:pt x="250" y="546"/>
                    <a:pt x="262" y="534"/>
                  </a:cubicBezTo>
                  <a:lnTo>
                    <a:pt x="655" y="320"/>
                  </a:lnTo>
                  <a:cubicBezTo>
                    <a:pt x="727" y="272"/>
                    <a:pt x="762" y="177"/>
                    <a:pt x="715" y="94"/>
                  </a:cubicBezTo>
                  <a:cubicBezTo>
                    <a:pt x="682" y="36"/>
                    <a:pt x="620" y="1"/>
                    <a:pt x="5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70;p64"/>
            <p:cNvSpPr/>
            <p:nvPr/>
          </p:nvSpPr>
          <p:spPr>
            <a:xfrm>
              <a:off x="862283" y="4274771"/>
              <a:ext cx="341204" cy="359301"/>
            </a:xfrm>
            <a:custGeom>
              <a:avLst/>
              <a:gdLst/>
              <a:ahLst/>
              <a:cxnLst/>
              <a:rect l="l" t="t" r="r" b="b"/>
              <a:pathLst>
                <a:path w="10728" h="11297" extrusionOk="0">
                  <a:moveTo>
                    <a:pt x="5203" y="444"/>
                  </a:moveTo>
                  <a:lnTo>
                    <a:pt x="5203" y="2194"/>
                  </a:lnTo>
                  <a:lnTo>
                    <a:pt x="2084" y="3920"/>
                  </a:lnTo>
                  <a:lnTo>
                    <a:pt x="512" y="3051"/>
                  </a:lnTo>
                  <a:lnTo>
                    <a:pt x="5203" y="444"/>
                  </a:lnTo>
                  <a:close/>
                  <a:moveTo>
                    <a:pt x="5537" y="444"/>
                  </a:moveTo>
                  <a:lnTo>
                    <a:pt x="10228" y="3051"/>
                  </a:lnTo>
                  <a:lnTo>
                    <a:pt x="8656" y="3920"/>
                  </a:lnTo>
                  <a:lnTo>
                    <a:pt x="5537" y="2194"/>
                  </a:lnTo>
                  <a:lnTo>
                    <a:pt x="5537" y="444"/>
                  </a:lnTo>
                  <a:close/>
                  <a:moveTo>
                    <a:pt x="5382" y="2480"/>
                  </a:moveTo>
                  <a:lnTo>
                    <a:pt x="8311" y="4099"/>
                  </a:lnTo>
                  <a:lnTo>
                    <a:pt x="5382" y="5730"/>
                  </a:lnTo>
                  <a:lnTo>
                    <a:pt x="2441" y="4099"/>
                  </a:lnTo>
                  <a:lnTo>
                    <a:pt x="5382" y="2480"/>
                  </a:lnTo>
                  <a:close/>
                  <a:moveTo>
                    <a:pt x="346" y="3325"/>
                  </a:moveTo>
                  <a:lnTo>
                    <a:pt x="1941" y="4206"/>
                  </a:lnTo>
                  <a:lnTo>
                    <a:pt x="1941" y="7278"/>
                  </a:lnTo>
                  <a:lnTo>
                    <a:pt x="346" y="7992"/>
                  </a:lnTo>
                  <a:lnTo>
                    <a:pt x="346" y="3325"/>
                  </a:lnTo>
                  <a:close/>
                  <a:moveTo>
                    <a:pt x="2262" y="4385"/>
                  </a:moveTo>
                  <a:lnTo>
                    <a:pt x="3477" y="5051"/>
                  </a:lnTo>
                  <a:lnTo>
                    <a:pt x="5215" y="6028"/>
                  </a:lnTo>
                  <a:lnTo>
                    <a:pt x="5215" y="8921"/>
                  </a:lnTo>
                  <a:lnTo>
                    <a:pt x="2262" y="7290"/>
                  </a:lnTo>
                  <a:lnTo>
                    <a:pt x="2262" y="4385"/>
                  </a:lnTo>
                  <a:close/>
                  <a:moveTo>
                    <a:pt x="8489" y="4385"/>
                  </a:moveTo>
                  <a:lnTo>
                    <a:pt x="8489" y="7290"/>
                  </a:lnTo>
                  <a:lnTo>
                    <a:pt x="5537" y="8921"/>
                  </a:lnTo>
                  <a:lnTo>
                    <a:pt x="5537" y="6028"/>
                  </a:lnTo>
                  <a:lnTo>
                    <a:pt x="8489" y="4385"/>
                  </a:lnTo>
                  <a:close/>
                  <a:moveTo>
                    <a:pt x="5374" y="0"/>
                  </a:moveTo>
                  <a:cubicBezTo>
                    <a:pt x="5346" y="0"/>
                    <a:pt x="5316" y="9"/>
                    <a:pt x="5287" y="27"/>
                  </a:cubicBezTo>
                  <a:lnTo>
                    <a:pt x="96" y="2896"/>
                  </a:lnTo>
                  <a:cubicBezTo>
                    <a:pt x="36" y="2932"/>
                    <a:pt x="0" y="2992"/>
                    <a:pt x="0" y="3051"/>
                  </a:cubicBezTo>
                  <a:lnTo>
                    <a:pt x="0" y="8242"/>
                  </a:lnTo>
                  <a:cubicBezTo>
                    <a:pt x="0" y="8302"/>
                    <a:pt x="36" y="8361"/>
                    <a:pt x="96" y="8385"/>
                  </a:cubicBezTo>
                  <a:lnTo>
                    <a:pt x="2382" y="9659"/>
                  </a:lnTo>
                  <a:cubicBezTo>
                    <a:pt x="2407" y="9670"/>
                    <a:pt x="2434" y="9676"/>
                    <a:pt x="2461" y="9676"/>
                  </a:cubicBezTo>
                  <a:cubicBezTo>
                    <a:pt x="2519" y="9676"/>
                    <a:pt x="2575" y="9649"/>
                    <a:pt x="2608" y="9600"/>
                  </a:cubicBezTo>
                  <a:cubicBezTo>
                    <a:pt x="2655" y="9516"/>
                    <a:pt x="2620" y="9421"/>
                    <a:pt x="2548" y="9373"/>
                  </a:cubicBezTo>
                  <a:lnTo>
                    <a:pt x="548" y="8266"/>
                  </a:lnTo>
                  <a:lnTo>
                    <a:pt x="2096" y="7587"/>
                  </a:lnTo>
                  <a:lnTo>
                    <a:pt x="5227" y="9314"/>
                  </a:lnTo>
                  <a:lnTo>
                    <a:pt x="5227" y="10862"/>
                  </a:lnTo>
                  <a:lnTo>
                    <a:pt x="3215" y="9742"/>
                  </a:lnTo>
                  <a:cubicBezTo>
                    <a:pt x="3193" y="9727"/>
                    <a:pt x="3167" y="9721"/>
                    <a:pt x="3140" y="9721"/>
                  </a:cubicBezTo>
                  <a:cubicBezTo>
                    <a:pt x="3082" y="9721"/>
                    <a:pt x="3021" y="9753"/>
                    <a:pt x="2989" y="9802"/>
                  </a:cubicBezTo>
                  <a:cubicBezTo>
                    <a:pt x="2953" y="9873"/>
                    <a:pt x="2977" y="9981"/>
                    <a:pt x="3060" y="10028"/>
                  </a:cubicBezTo>
                  <a:lnTo>
                    <a:pt x="5299" y="11278"/>
                  </a:lnTo>
                  <a:cubicBezTo>
                    <a:pt x="5322" y="11290"/>
                    <a:pt x="5349" y="11296"/>
                    <a:pt x="5377" y="11296"/>
                  </a:cubicBezTo>
                  <a:cubicBezTo>
                    <a:pt x="5406" y="11296"/>
                    <a:pt x="5435" y="11290"/>
                    <a:pt x="5465" y="11278"/>
                  </a:cubicBezTo>
                  <a:lnTo>
                    <a:pt x="7835" y="9969"/>
                  </a:lnTo>
                  <a:cubicBezTo>
                    <a:pt x="7906" y="9921"/>
                    <a:pt x="7930" y="9814"/>
                    <a:pt x="7894" y="9742"/>
                  </a:cubicBezTo>
                  <a:cubicBezTo>
                    <a:pt x="7861" y="9693"/>
                    <a:pt x="7801" y="9661"/>
                    <a:pt x="7743" y="9661"/>
                  </a:cubicBezTo>
                  <a:cubicBezTo>
                    <a:pt x="7716" y="9661"/>
                    <a:pt x="7690" y="9668"/>
                    <a:pt x="7668" y="9683"/>
                  </a:cubicBezTo>
                  <a:lnTo>
                    <a:pt x="5561" y="10862"/>
                  </a:lnTo>
                  <a:lnTo>
                    <a:pt x="5561" y="9314"/>
                  </a:lnTo>
                  <a:lnTo>
                    <a:pt x="8680" y="7587"/>
                  </a:lnTo>
                  <a:lnTo>
                    <a:pt x="10228" y="8266"/>
                  </a:lnTo>
                  <a:lnTo>
                    <a:pt x="8335" y="9314"/>
                  </a:lnTo>
                  <a:cubicBezTo>
                    <a:pt x="8263" y="9361"/>
                    <a:pt x="8239" y="9457"/>
                    <a:pt x="8275" y="9540"/>
                  </a:cubicBezTo>
                  <a:cubicBezTo>
                    <a:pt x="8311" y="9600"/>
                    <a:pt x="8370" y="9623"/>
                    <a:pt x="8430" y="9623"/>
                  </a:cubicBezTo>
                  <a:cubicBezTo>
                    <a:pt x="8454" y="9623"/>
                    <a:pt x="8489" y="9623"/>
                    <a:pt x="8501" y="9611"/>
                  </a:cubicBezTo>
                  <a:lnTo>
                    <a:pt x="10680" y="8409"/>
                  </a:lnTo>
                  <a:cubicBezTo>
                    <a:pt x="10680" y="8373"/>
                    <a:pt x="10692" y="8349"/>
                    <a:pt x="10704" y="8326"/>
                  </a:cubicBezTo>
                  <a:cubicBezTo>
                    <a:pt x="10716" y="8302"/>
                    <a:pt x="10728" y="8266"/>
                    <a:pt x="10728" y="8242"/>
                  </a:cubicBezTo>
                  <a:lnTo>
                    <a:pt x="10728" y="6778"/>
                  </a:lnTo>
                  <a:cubicBezTo>
                    <a:pt x="10728" y="6694"/>
                    <a:pt x="10656" y="6623"/>
                    <a:pt x="10573" y="6623"/>
                  </a:cubicBezTo>
                  <a:cubicBezTo>
                    <a:pt x="10478" y="6623"/>
                    <a:pt x="10406" y="6694"/>
                    <a:pt x="10406" y="6778"/>
                  </a:cubicBezTo>
                  <a:lnTo>
                    <a:pt x="10406" y="7992"/>
                  </a:lnTo>
                  <a:lnTo>
                    <a:pt x="8811" y="7278"/>
                  </a:lnTo>
                  <a:lnTo>
                    <a:pt x="8811" y="4206"/>
                  </a:lnTo>
                  <a:lnTo>
                    <a:pt x="10406" y="3325"/>
                  </a:lnTo>
                  <a:lnTo>
                    <a:pt x="10406" y="6063"/>
                  </a:lnTo>
                  <a:cubicBezTo>
                    <a:pt x="10406" y="6159"/>
                    <a:pt x="10478" y="6230"/>
                    <a:pt x="10573" y="6230"/>
                  </a:cubicBezTo>
                  <a:cubicBezTo>
                    <a:pt x="10656" y="6230"/>
                    <a:pt x="10728" y="6159"/>
                    <a:pt x="10728" y="6063"/>
                  </a:cubicBezTo>
                  <a:lnTo>
                    <a:pt x="10728" y="3051"/>
                  </a:lnTo>
                  <a:cubicBezTo>
                    <a:pt x="10728" y="2992"/>
                    <a:pt x="10704" y="2932"/>
                    <a:pt x="10644" y="2896"/>
                  </a:cubicBezTo>
                  <a:lnTo>
                    <a:pt x="5453" y="27"/>
                  </a:lnTo>
                  <a:cubicBezTo>
                    <a:pt x="5430" y="9"/>
                    <a:pt x="5403" y="0"/>
                    <a:pt x="5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6267;p64"/>
          <p:cNvSpPr/>
          <p:nvPr/>
        </p:nvSpPr>
        <p:spPr>
          <a:xfrm>
            <a:off x="6139546" y="2943684"/>
            <a:ext cx="118537" cy="373518"/>
          </a:xfrm>
          <a:custGeom>
            <a:avLst/>
            <a:gdLst/>
            <a:ahLst/>
            <a:cxnLst/>
            <a:rect l="l" t="t" r="r" b="b"/>
            <a:pathLst>
              <a:path w="3727" h="11744" extrusionOk="0">
                <a:moveTo>
                  <a:pt x="3273" y="1"/>
                </a:moveTo>
                <a:cubicBezTo>
                  <a:pt x="2520" y="1"/>
                  <a:pt x="1832" y="264"/>
                  <a:pt x="1239" y="802"/>
                </a:cubicBezTo>
                <a:cubicBezTo>
                  <a:pt x="762" y="1254"/>
                  <a:pt x="453" y="1790"/>
                  <a:pt x="286" y="2147"/>
                </a:cubicBezTo>
                <a:cubicBezTo>
                  <a:pt x="238" y="2230"/>
                  <a:pt x="286" y="2337"/>
                  <a:pt x="381" y="2385"/>
                </a:cubicBezTo>
                <a:cubicBezTo>
                  <a:pt x="404" y="2398"/>
                  <a:pt x="428" y="2404"/>
                  <a:pt x="452" y="2404"/>
                </a:cubicBezTo>
                <a:cubicBezTo>
                  <a:pt x="518" y="2404"/>
                  <a:pt x="585" y="2360"/>
                  <a:pt x="619" y="2290"/>
                </a:cubicBezTo>
                <a:cubicBezTo>
                  <a:pt x="1148" y="1163"/>
                  <a:pt x="2035" y="349"/>
                  <a:pt x="3314" y="349"/>
                </a:cubicBezTo>
                <a:cubicBezTo>
                  <a:pt x="3333" y="349"/>
                  <a:pt x="3351" y="349"/>
                  <a:pt x="3370" y="349"/>
                </a:cubicBezTo>
                <a:cubicBezTo>
                  <a:pt x="3084" y="694"/>
                  <a:pt x="2858" y="1040"/>
                  <a:pt x="2727" y="1421"/>
                </a:cubicBezTo>
                <a:cubicBezTo>
                  <a:pt x="2489" y="2135"/>
                  <a:pt x="2739" y="2564"/>
                  <a:pt x="2846" y="2814"/>
                </a:cubicBezTo>
                <a:cubicBezTo>
                  <a:pt x="3179" y="3611"/>
                  <a:pt x="2644" y="4540"/>
                  <a:pt x="1786" y="4588"/>
                </a:cubicBezTo>
                <a:cubicBezTo>
                  <a:pt x="1761" y="4588"/>
                  <a:pt x="1725" y="4589"/>
                  <a:pt x="1681" y="4589"/>
                </a:cubicBezTo>
                <a:cubicBezTo>
                  <a:pt x="1560" y="4589"/>
                  <a:pt x="1374" y="4577"/>
                  <a:pt x="1155" y="4481"/>
                </a:cubicBezTo>
                <a:cubicBezTo>
                  <a:pt x="584" y="4231"/>
                  <a:pt x="274" y="3576"/>
                  <a:pt x="393" y="2897"/>
                </a:cubicBezTo>
                <a:cubicBezTo>
                  <a:pt x="405" y="2814"/>
                  <a:pt x="346" y="2718"/>
                  <a:pt x="238" y="2695"/>
                </a:cubicBezTo>
                <a:cubicBezTo>
                  <a:pt x="231" y="2694"/>
                  <a:pt x="224" y="2693"/>
                  <a:pt x="217" y="2693"/>
                </a:cubicBezTo>
                <a:cubicBezTo>
                  <a:pt x="139" y="2693"/>
                  <a:pt x="58" y="2750"/>
                  <a:pt x="36" y="2837"/>
                </a:cubicBezTo>
                <a:cubicBezTo>
                  <a:pt x="24" y="2957"/>
                  <a:pt x="0" y="3064"/>
                  <a:pt x="0" y="3183"/>
                </a:cubicBezTo>
                <a:cubicBezTo>
                  <a:pt x="0" y="3826"/>
                  <a:pt x="298" y="4361"/>
                  <a:pt x="750" y="4659"/>
                </a:cubicBezTo>
                <a:cubicBezTo>
                  <a:pt x="393" y="6921"/>
                  <a:pt x="441" y="9553"/>
                  <a:pt x="1465" y="11612"/>
                </a:cubicBezTo>
                <a:cubicBezTo>
                  <a:pt x="1501" y="11684"/>
                  <a:pt x="1584" y="11743"/>
                  <a:pt x="1667" y="11743"/>
                </a:cubicBezTo>
                <a:cubicBezTo>
                  <a:pt x="1762" y="11743"/>
                  <a:pt x="1834" y="11696"/>
                  <a:pt x="1882" y="11612"/>
                </a:cubicBezTo>
                <a:cubicBezTo>
                  <a:pt x="2143" y="11077"/>
                  <a:pt x="2358" y="10457"/>
                  <a:pt x="2501" y="9803"/>
                </a:cubicBezTo>
                <a:cubicBezTo>
                  <a:pt x="2524" y="9719"/>
                  <a:pt x="2477" y="9612"/>
                  <a:pt x="2370" y="9600"/>
                </a:cubicBezTo>
                <a:cubicBezTo>
                  <a:pt x="2360" y="9599"/>
                  <a:pt x="2349" y="9598"/>
                  <a:pt x="2338" y="9598"/>
                </a:cubicBezTo>
                <a:cubicBezTo>
                  <a:pt x="2262" y="9598"/>
                  <a:pt x="2178" y="9637"/>
                  <a:pt x="2167" y="9731"/>
                </a:cubicBezTo>
                <a:cubicBezTo>
                  <a:pt x="2048" y="10267"/>
                  <a:pt x="1870" y="10779"/>
                  <a:pt x="1667" y="11231"/>
                </a:cubicBezTo>
                <a:cubicBezTo>
                  <a:pt x="1060" y="9862"/>
                  <a:pt x="869" y="8302"/>
                  <a:pt x="893" y="6814"/>
                </a:cubicBezTo>
                <a:lnTo>
                  <a:pt x="1155" y="6814"/>
                </a:lnTo>
                <a:cubicBezTo>
                  <a:pt x="1250" y="6814"/>
                  <a:pt x="1334" y="6743"/>
                  <a:pt x="1334" y="6636"/>
                </a:cubicBezTo>
                <a:cubicBezTo>
                  <a:pt x="1334" y="6552"/>
                  <a:pt x="1250" y="6457"/>
                  <a:pt x="1155" y="6457"/>
                </a:cubicBezTo>
                <a:lnTo>
                  <a:pt x="917" y="6457"/>
                </a:lnTo>
                <a:cubicBezTo>
                  <a:pt x="917" y="6397"/>
                  <a:pt x="929" y="6112"/>
                  <a:pt x="953" y="5838"/>
                </a:cubicBezTo>
                <a:lnTo>
                  <a:pt x="1584" y="5838"/>
                </a:lnTo>
                <a:cubicBezTo>
                  <a:pt x="1691" y="5838"/>
                  <a:pt x="1762" y="5755"/>
                  <a:pt x="1762" y="5659"/>
                </a:cubicBezTo>
                <a:cubicBezTo>
                  <a:pt x="1762" y="5552"/>
                  <a:pt x="1691" y="5481"/>
                  <a:pt x="1584" y="5481"/>
                </a:cubicBezTo>
                <a:lnTo>
                  <a:pt x="989" y="5481"/>
                </a:lnTo>
                <a:cubicBezTo>
                  <a:pt x="1012" y="5243"/>
                  <a:pt x="1048" y="5016"/>
                  <a:pt x="1072" y="4814"/>
                </a:cubicBezTo>
                <a:cubicBezTo>
                  <a:pt x="1250" y="4879"/>
                  <a:pt x="1456" y="4912"/>
                  <a:pt x="1661" y="4912"/>
                </a:cubicBezTo>
                <a:cubicBezTo>
                  <a:pt x="1867" y="4912"/>
                  <a:pt x="2072" y="4879"/>
                  <a:pt x="2251" y="4814"/>
                </a:cubicBezTo>
                <a:cubicBezTo>
                  <a:pt x="2286" y="5016"/>
                  <a:pt x="2310" y="5243"/>
                  <a:pt x="2346" y="5481"/>
                </a:cubicBezTo>
                <a:lnTo>
                  <a:pt x="2286" y="5481"/>
                </a:lnTo>
                <a:cubicBezTo>
                  <a:pt x="2191" y="5481"/>
                  <a:pt x="2108" y="5552"/>
                  <a:pt x="2108" y="5659"/>
                </a:cubicBezTo>
                <a:cubicBezTo>
                  <a:pt x="2108" y="5755"/>
                  <a:pt x="2179" y="5838"/>
                  <a:pt x="2286" y="5838"/>
                </a:cubicBezTo>
                <a:lnTo>
                  <a:pt x="2370" y="5838"/>
                </a:lnTo>
                <a:cubicBezTo>
                  <a:pt x="2382" y="6052"/>
                  <a:pt x="2405" y="6231"/>
                  <a:pt x="2417" y="6457"/>
                </a:cubicBezTo>
                <a:lnTo>
                  <a:pt x="1870" y="6457"/>
                </a:lnTo>
                <a:cubicBezTo>
                  <a:pt x="1774" y="6457"/>
                  <a:pt x="1691" y="6528"/>
                  <a:pt x="1691" y="6636"/>
                </a:cubicBezTo>
                <a:cubicBezTo>
                  <a:pt x="1691" y="6743"/>
                  <a:pt x="1762" y="6814"/>
                  <a:pt x="1870" y="6814"/>
                </a:cubicBezTo>
                <a:lnTo>
                  <a:pt x="2441" y="6814"/>
                </a:lnTo>
                <a:cubicBezTo>
                  <a:pt x="2465" y="7540"/>
                  <a:pt x="2429" y="8314"/>
                  <a:pt x="2310" y="9064"/>
                </a:cubicBezTo>
                <a:cubicBezTo>
                  <a:pt x="2298" y="9160"/>
                  <a:pt x="2358" y="9243"/>
                  <a:pt x="2465" y="9255"/>
                </a:cubicBezTo>
                <a:cubicBezTo>
                  <a:pt x="2476" y="9258"/>
                  <a:pt x="2487" y="9260"/>
                  <a:pt x="2498" y="9260"/>
                </a:cubicBezTo>
                <a:cubicBezTo>
                  <a:pt x="2572" y="9260"/>
                  <a:pt x="2645" y="9195"/>
                  <a:pt x="2655" y="9112"/>
                </a:cubicBezTo>
                <a:cubicBezTo>
                  <a:pt x="2882" y="7671"/>
                  <a:pt x="2834" y="6088"/>
                  <a:pt x="2596" y="4647"/>
                </a:cubicBezTo>
                <a:cubicBezTo>
                  <a:pt x="3191" y="4231"/>
                  <a:pt x="3477" y="3409"/>
                  <a:pt x="3179" y="2659"/>
                </a:cubicBezTo>
                <a:cubicBezTo>
                  <a:pt x="3072" y="2397"/>
                  <a:pt x="2691" y="1849"/>
                  <a:pt x="3417" y="849"/>
                </a:cubicBezTo>
                <a:cubicBezTo>
                  <a:pt x="3667" y="492"/>
                  <a:pt x="3727" y="492"/>
                  <a:pt x="3727" y="325"/>
                </a:cubicBezTo>
                <a:cubicBezTo>
                  <a:pt x="3727" y="147"/>
                  <a:pt x="3596" y="16"/>
                  <a:pt x="3417" y="4"/>
                </a:cubicBezTo>
                <a:cubicBezTo>
                  <a:pt x="3369" y="2"/>
                  <a:pt x="3321" y="1"/>
                  <a:pt x="327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1622025" y="653163"/>
            <a:ext cx="3135900" cy="116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40"/>
          <p:cNvSpPr txBox="1">
            <a:spLocks noGrp="1"/>
          </p:cNvSpPr>
          <p:nvPr>
            <p:ph type="ctrTitle"/>
          </p:nvPr>
        </p:nvSpPr>
        <p:spPr>
          <a:xfrm>
            <a:off x="1774875" y="819463"/>
            <a:ext cx="2830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 smtClean="0">
                <a:solidFill>
                  <a:srgbClr val="FFFFFF"/>
                </a:solidFill>
              </a:rPr>
              <a:t>Future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s" dirty="0" smtClean="0">
                <a:solidFill>
                  <a:schemeClr val="lt1"/>
                </a:solidFill>
              </a:rPr>
              <a:t> 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22" name="Google Shape;872;p58"/>
          <p:cNvGrpSpPr/>
          <p:nvPr/>
        </p:nvGrpSpPr>
        <p:grpSpPr>
          <a:xfrm>
            <a:off x="1774875" y="1821063"/>
            <a:ext cx="6740475" cy="659242"/>
            <a:chOff x="504546" y="564561"/>
            <a:chExt cx="1627907" cy="212437"/>
          </a:xfrm>
        </p:grpSpPr>
        <p:sp>
          <p:nvSpPr>
            <p:cNvPr id="23" name="Google Shape;873;p58"/>
            <p:cNvSpPr/>
            <p:nvPr/>
          </p:nvSpPr>
          <p:spPr>
            <a:xfrm>
              <a:off x="1603542" y="598605"/>
              <a:ext cx="63707" cy="48096"/>
            </a:xfrm>
            <a:custGeom>
              <a:avLst/>
              <a:gdLst/>
              <a:ahLst/>
              <a:cxnLst/>
              <a:rect l="l" t="t" r="r" b="b"/>
              <a:pathLst>
                <a:path w="7909" h="5971" extrusionOk="0">
                  <a:moveTo>
                    <a:pt x="1204" y="2253"/>
                  </a:moveTo>
                  <a:lnTo>
                    <a:pt x="5238" y="0"/>
                  </a:lnTo>
                  <a:lnTo>
                    <a:pt x="7909" y="2305"/>
                  </a:lnTo>
                  <a:lnTo>
                    <a:pt x="5604" y="3300"/>
                  </a:lnTo>
                  <a:lnTo>
                    <a:pt x="5709" y="5605"/>
                  </a:lnTo>
                  <a:lnTo>
                    <a:pt x="524" y="5971"/>
                  </a:lnTo>
                  <a:lnTo>
                    <a:pt x="0" y="4767"/>
                  </a:lnTo>
                  <a:close/>
                </a:path>
              </a:pathLst>
            </a:custGeom>
            <a:solidFill>
              <a:srgbClr val="978344"/>
            </a:solidFill>
            <a:ln>
              <a:noFill/>
            </a:ln>
          </p:spPr>
        </p:sp>
        <p:sp>
          <p:nvSpPr>
            <p:cNvPr id="24" name="Google Shape;874;p58"/>
            <p:cNvSpPr/>
            <p:nvPr/>
          </p:nvSpPr>
          <p:spPr>
            <a:xfrm>
              <a:off x="1568946" y="683408"/>
              <a:ext cx="63280" cy="65817"/>
            </a:xfrm>
            <a:custGeom>
              <a:avLst/>
              <a:gdLst/>
              <a:ahLst/>
              <a:cxnLst/>
              <a:rect l="l" t="t" r="r" b="b"/>
              <a:pathLst>
                <a:path w="7856" h="8171" extrusionOk="0">
                  <a:moveTo>
                    <a:pt x="0" y="5081"/>
                  </a:moveTo>
                  <a:lnTo>
                    <a:pt x="471" y="8171"/>
                  </a:lnTo>
                  <a:lnTo>
                    <a:pt x="3561" y="7647"/>
                  </a:lnTo>
                  <a:lnTo>
                    <a:pt x="6861" y="4976"/>
                  </a:lnTo>
                  <a:lnTo>
                    <a:pt x="7856" y="2724"/>
                  </a:lnTo>
                  <a:lnTo>
                    <a:pt x="6547" y="0"/>
                  </a:lnTo>
                  <a:lnTo>
                    <a:pt x="2881" y="681"/>
                  </a:lnTo>
                  <a:lnTo>
                    <a:pt x="2357" y="2933"/>
                  </a:lnTo>
                  <a:lnTo>
                    <a:pt x="1990" y="4505"/>
                  </a:lnTo>
                  <a:close/>
                </a:path>
              </a:pathLst>
            </a:custGeom>
            <a:solidFill>
              <a:srgbClr val="978344"/>
            </a:solidFill>
            <a:ln>
              <a:noFill/>
            </a:ln>
          </p:spPr>
        </p:sp>
        <p:sp>
          <p:nvSpPr>
            <p:cNvPr id="25" name="Google Shape;875;p58"/>
            <p:cNvSpPr/>
            <p:nvPr/>
          </p:nvSpPr>
          <p:spPr>
            <a:xfrm>
              <a:off x="1730956" y="636576"/>
              <a:ext cx="261900" cy="69600"/>
            </a:xfrm>
            <a:prstGeom prst="rect">
              <a:avLst/>
            </a:prstGeom>
            <a:solidFill>
              <a:srgbClr val="6C7E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76;p58"/>
            <p:cNvSpPr/>
            <p:nvPr/>
          </p:nvSpPr>
          <p:spPr>
            <a:xfrm>
              <a:off x="1768082" y="649657"/>
              <a:ext cx="41773" cy="39663"/>
            </a:xfrm>
            <a:custGeom>
              <a:avLst/>
              <a:gdLst/>
              <a:ahLst/>
              <a:cxnLst/>
              <a:rect l="l" t="t" r="r" b="b"/>
              <a:pathLst>
                <a:path w="5186" h="4924" extrusionOk="0">
                  <a:moveTo>
                    <a:pt x="0" y="2619"/>
                  </a:moveTo>
                  <a:lnTo>
                    <a:pt x="2462" y="0"/>
                  </a:lnTo>
                  <a:lnTo>
                    <a:pt x="5186" y="2619"/>
                  </a:lnTo>
                  <a:lnTo>
                    <a:pt x="2200" y="4924"/>
                  </a:lnTo>
                  <a:close/>
                </a:path>
              </a:pathLst>
            </a:custGeom>
            <a:solidFill>
              <a:srgbClr val="EFD67E"/>
            </a:solidFill>
            <a:ln>
              <a:noFill/>
            </a:ln>
          </p:spPr>
        </p:sp>
        <p:sp>
          <p:nvSpPr>
            <p:cNvPr id="27" name="Google Shape;877;p58"/>
            <p:cNvSpPr/>
            <p:nvPr/>
          </p:nvSpPr>
          <p:spPr>
            <a:xfrm>
              <a:off x="1967056" y="668224"/>
              <a:ext cx="42627" cy="38044"/>
            </a:xfrm>
            <a:custGeom>
              <a:avLst/>
              <a:gdLst/>
              <a:ahLst/>
              <a:cxnLst/>
              <a:rect l="l" t="t" r="r" b="b"/>
              <a:pathLst>
                <a:path w="1424" h="1401" extrusionOk="0">
                  <a:moveTo>
                    <a:pt x="517" y="0"/>
                  </a:moveTo>
                  <a:cubicBezTo>
                    <a:pt x="333" y="0"/>
                    <a:pt x="149" y="69"/>
                    <a:pt x="0" y="184"/>
                  </a:cubicBezTo>
                  <a:cubicBezTo>
                    <a:pt x="253" y="379"/>
                    <a:pt x="356" y="700"/>
                    <a:pt x="276" y="1010"/>
                  </a:cubicBezTo>
                  <a:cubicBezTo>
                    <a:pt x="253" y="1136"/>
                    <a:pt x="207" y="1263"/>
                    <a:pt x="161" y="1400"/>
                  </a:cubicBezTo>
                  <a:lnTo>
                    <a:pt x="1182" y="1400"/>
                  </a:lnTo>
                  <a:cubicBezTo>
                    <a:pt x="1228" y="1263"/>
                    <a:pt x="1263" y="1136"/>
                    <a:pt x="1297" y="1010"/>
                  </a:cubicBezTo>
                  <a:cubicBezTo>
                    <a:pt x="1423" y="494"/>
                    <a:pt x="1045" y="0"/>
                    <a:pt x="517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78;p58"/>
            <p:cNvSpPr/>
            <p:nvPr/>
          </p:nvSpPr>
          <p:spPr>
            <a:xfrm>
              <a:off x="1358412" y="635738"/>
              <a:ext cx="184800" cy="69600"/>
            </a:xfrm>
            <a:prstGeom prst="rect">
              <a:avLst/>
            </a:prstGeom>
            <a:solidFill>
              <a:srgbClr val="6C7E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79;p58"/>
            <p:cNvSpPr/>
            <p:nvPr/>
          </p:nvSpPr>
          <p:spPr>
            <a:xfrm>
              <a:off x="1426340" y="640797"/>
              <a:ext cx="41773" cy="50626"/>
            </a:xfrm>
            <a:custGeom>
              <a:avLst/>
              <a:gdLst/>
              <a:ahLst/>
              <a:cxnLst/>
              <a:rect l="l" t="t" r="r" b="b"/>
              <a:pathLst>
                <a:path w="5186" h="6285" extrusionOk="0">
                  <a:moveTo>
                    <a:pt x="0" y="3719"/>
                  </a:moveTo>
                  <a:lnTo>
                    <a:pt x="1624" y="0"/>
                  </a:lnTo>
                  <a:lnTo>
                    <a:pt x="5186" y="3771"/>
                  </a:lnTo>
                  <a:lnTo>
                    <a:pt x="2043" y="6285"/>
                  </a:lnTo>
                  <a:close/>
                </a:path>
              </a:pathLst>
            </a:custGeom>
            <a:solidFill>
              <a:srgbClr val="EFD67E"/>
            </a:solidFill>
            <a:ln>
              <a:noFill/>
            </a:ln>
          </p:spPr>
        </p:sp>
        <p:sp>
          <p:nvSpPr>
            <p:cNvPr id="30" name="Google Shape;880;p58"/>
            <p:cNvSpPr/>
            <p:nvPr/>
          </p:nvSpPr>
          <p:spPr>
            <a:xfrm>
              <a:off x="574516" y="598186"/>
              <a:ext cx="64134" cy="54001"/>
            </a:xfrm>
            <a:custGeom>
              <a:avLst/>
              <a:gdLst/>
              <a:ahLst/>
              <a:cxnLst/>
              <a:rect l="l" t="t" r="r" b="b"/>
              <a:pathLst>
                <a:path w="7962" h="6704" extrusionOk="0">
                  <a:moveTo>
                    <a:pt x="1310" y="2462"/>
                  </a:moveTo>
                  <a:lnTo>
                    <a:pt x="4819" y="0"/>
                  </a:lnTo>
                  <a:lnTo>
                    <a:pt x="7962" y="2357"/>
                  </a:lnTo>
                  <a:lnTo>
                    <a:pt x="5710" y="3457"/>
                  </a:lnTo>
                  <a:lnTo>
                    <a:pt x="6076" y="6233"/>
                  </a:lnTo>
                  <a:lnTo>
                    <a:pt x="0" y="6704"/>
                  </a:lnTo>
                  <a:lnTo>
                    <a:pt x="367" y="4714"/>
                  </a:lnTo>
                  <a:close/>
                </a:path>
              </a:pathLst>
            </a:custGeom>
            <a:solidFill>
              <a:srgbClr val="978344"/>
            </a:solidFill>
            <a:ln>
              <a:noFill/>
            </a:ln>
          </p:spPr>
        </p:sp>
        <p:sp>
          <p:nvSpPr>
            <p:cNvPr id="31" name="Google Shape;881;p58"/>
            <p:cNvSpPr/>
            <p:nvPr/>
          </p:nvSpPr>
          <p:spPr>
            <a:xfrm>
              <a:off x="1228469" y="714629"/>
              <a:ext cx="53163" cy="27846"/>
            </a:xfrm>
            <a:custGeom>
              <a:avLst/>
              <a:gdLst/>
              <a:ahLst/>
              <a:cxnLst/>
              <a:rect l="l" t="t" r="r" b="b"/>
              <a:pathLst>
                <a:path w="6600" h="3457" extrusionOk="0">
                  <a:moveTo>
                    <a:pt x="0" y="1153"/>
                  </a:moveTo>
                  <a:lnTo>
                    <a:pt x="419" y="3457"/>
                  </a:lnTo>
                  <a:lnTo>
                    <a:pt x="4557" y="2724"/>
                  </a:lnTo>
                  <a:lnTo>
                    <a:pt x="6600" y="1100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rgbClr val="978344"/>
            </a:solidFill>
            <a:ln>
              <a:noFill/>
            </a:ln>
          </p:spPr>
        </p:sp>
        <p:sp>
          <p:nvSpPr>
            <p:cNvPr id="32" name="Google Shape;882;p58"/>
            <p:cNvSpPr/>
            <p:nvPr/>
          </p:nvSpPr>
          <p:spPr>
            <a:xfrm>
              <a:off x="1227212" y="705350"/>
              <a:ext cx="63011" cy="18704"/>
            </a:xfrm>
            <a:custGeom>
              <a:avLst/>
              <a:gdLst/>
              <a:ahLst/>
              <a:cxnLst/>
              <a:rect l="l" t="t" r="r" b="b"/>
              <a:pathLst>
                <a:path w="2480" h="701" extrusionOk="0">
                  <a:moveTo>
                    <a:pt x="677" y="0"/>
                  </a:moveTo>
                  <a:cubicBezTo>
                    <a:pt x="643" y="58"/>
                    <a:pt x="597" y="115"/>
                    <a:pt x="551" y="173"/>
                  </a:cubicBezTo>
                  <a:lnTo>
                    <a:pt x="505" y="230"/>
                  </a:lnTo>
                  <a:cubicBezTo>
                    <a:pt x="471" y="276"/>
                    <a:pt x="436" y="310"/>
                    <a:pt x="402" y="345"/>
                  </a:cubicBezTo>
                  <a:cubicBezTo>
                    <a:pt x="367" y="391"/>
                    <a:pt x="367" y="391"/>
                    <a:pt x="344" y="402"/>
                  </a:cubicBezTo>
                  <a:cubicBezTo>
                    <a:pt x="321" y="425"/>
                    <a:pt x="264" y="482"/>
                    <a:pt x="218" y="517"/>
                  </a:cubicBezTo>
                  <a:lnTo>
                    <a:pt x="172" y="563"/>
                  </a:lnTo>
                  <a:cubicBezTo>
                    <a:pt x="126" y="609"/>
                    <a:pt x="69" y="643"/>
                    <a:pt x="23" y="689"/>
                  </a:cubicBezTo>
                  <a:lnTo>
                    <a:pt x="0" y="701"/>
                  </a:lnTo>
                  <a:lnTo>
                    <a:pt x="2158" y="701"/>
                  </a:lnTo>
                  <a:cubicBezTo>
                    <a:pt x="2192" y="620"/>
                    <a:pt x="2238" y="551"/>
                    <a:pt x="2273" y="471"/>
                  </a:cubicBezTo>
                  <a:lnTo>
                    <a:pt x="2307" y="414"/>
                  </a:lnTo>
                  <a:cubicBezTo>
                    <a:pt x="2341" y="333"/>
                    <a:pt x="2376" y="253"/>
                    <a:pt x="2410" y="161"/>
                  </a:cubicBezTo>
                  <a:cubicBezTo>
                    <a:pt x="2433" y="115"/>
                    <a:pt x="2456" y="58"/>
                    <a:pt x="2479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3;p58"/>
            <p:cNvSpPr/>
            <p:nvPr/>
          </p:nvSpPr>
          <p:spPr>
            <a:xfrm>
              <a:off x="918948" y="616696"/>
              <a:ext cx="64277" cy="19436"/>
            </a:xfrm>
            <a:custGeom>
              <a:avLst/>
              <a:gdLst/>
              <a:ahLst/>
              <a:cxnLst/>
              <a:rect l="l" t="t" r="r" b="b"/>
              <a:pathLst>
                <a:path w="2515" h="736" extrusionOk="0">
                  <a:moveTo>
                    <a:pt x="345" y="1"/>
                  </a:moveTo>
                  <a:lnTo>
                    <a:pt x="299" y="81"/>
                  </a:lnTo>
                  <a:lnTo>
                    <a:pt x="287" y="116"/>
                  </a:lnTo>
                  <a:lnTo>
                    <a:pt x="230" y="219"/>
                  </a:lnTo>
                  <a:cubicBezTo>
                    <a:pt x="196" y="276"/>
                    <a:pt x="173" y="322"/>
                    <a:pt x="150" y="380"/>
                  </a:cubicBezTo>
                  <a:lnTo>
                    <a:pt x="104" y="483"/>
                  </a:lnTo>
                  <a:cubicBezTo>
                    <a:pt x="69" y="552"/>
                    <a:pt x="46" y="609"/>
                    <a:pt x="23" y="678"/>
                  </a:cubicBezTo>
                  <a:cubicBezTo>
                    <a:pt x="23" y="690"/>
                    <a:pt x="12" y="713"/>
                    <a:pt x="1" y="735"/>
                  </a:cubicBezTo>
                  <a:lnTo>
                    <a:pt x="1791" y="735"/>
                  </a:lnTo>
                  <a:cubicBezTo>
                    <a:pt x="1791" y="735"/>
                    <a:pt x="1802" y="724"/>
                    <a:pt x="1802" y="724"/>
                  </a:cubicBezTo>
                  <a:cubicBezTo>
                    <a:pt x="1814" y="701"/>
                    <a:pt x="1825" y="690"/>
                    <a:pt x="1837" y="667"/>
                  </a:cubicBezTo>
                  <a:cubicBezTo>
                    <a:pt x="1848" y="655"/>
                    <a:pt x="1871" y="621"/>
                    <a:pt x="1894" y="598"/>
                  </a:cubicBezTo>
                  <a:lnTo>
                    <a:pt x="1906" y="586"/>
                  </a:lnTo>
                  <a:cubicBezTo>
                    <a:pt x="2043" y="391"/>
                    <a:pt x="2216" y="219"/>
                    <a:pt x="2411" y="81"/>
                  </a:cubicBezTo>
                  <a:cubicBezTo>
                    <a:pt x="2445" y="47"/>
                    <a:pt x="2480" y="24"/>
                    <a:pt x="2514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84;p58"/>
            <p:cNvSpPr/>
            <p:nvPr/>
          </p:nvSpPr>
          <p:spPr>
            <a:xfrm>
              <a:off x="884239" y="705656"/>
              <a:ext cx="63903" cy="18704"/>
            </a:xfrm>
            <a:custGeom>
              <a:avLst/>
              <a:gdLst/>
              <a:ahLst/>
              <a:cxnLst/>
              <a:rect l="l" t="t" r="r" b="b"/>
              <a:pathLst>
                <a:path w="2480" h="701" extrusionOk="0">
                  <a:moveTo>
                    <a:pt x="677" y="0"/>
                  </a:moveTo>
                  <a:cubicBezTo>
                    <a:pt x="643" y="58"/>
                    <a:pt x="597" y="115"/>
                    <a:pt x="551" y="173"/>
                  </a:cubicBezTo>
                  <a:lnTo>
                    <a:pt x="505" y="230"/>
                  </a:lnTo>
                  <a:cubicBezTo>
                    <a:pt x="471" y="276"/>
                    <a:pt x="436" y="310"/>
                    <a:pt x="402" y="345"/>
                  </a:cubicBezTo>
                  <a:cubicBezTo>
                    <a:pt x="367" y="391"/>
                    <a:pt x="367" y="391"/>
                    <a:pt x="344" y="402"/>
                  </a:cubicBezTo>
                  <a:cubicBezTo>
                    <a:pt x="322" y="425"/>
                    <a:pt x="264" y="482"/>
                    <a:pt x="218" y="517"/>
                  </a:cubicBezTo>
                  <a:lnTo>
                    <a:pt x="172" y="563"/>
                  </a:lnTo>
                  <a:cubicBezTo>
                    <a:pt x="126" y="609"/>
                    <a:pt x="69" y="643"/>
                    <a:pt x="12" y="689"/>
                  </a:cubicBezTo>
                  <a:lnTo>
                    <a:pt x="0" y="701"/>
                  </a:lnTo>
                  <a:lnTo>
                    <a:pt x="2146" y="701"/>
                  </a:lnTo>
                  <a:cubicBezTo>
                    <a:pt x="2192" y="620"/>
                    <a:pt x="2227" y="551"/>
                    <a:pt x="2273" y="471"/>
                  </a:cubicBezTo>
                  <a:lnTo>
                    <a:pt x="2296" y="414"/>
                  </a:lnTo>
                  <a:cubicBezTo>
                    <a:pt x="2342" y="333"/>
                    <a:pt x="2376" y="253"/>
                    <a:pt x="2410" y="161"/>
                  </a:cubicBezTo>
                  <a:cubicBezTo>
                    <a:pt x="2433" y="115"/>
                    <a:pt x="2456" y="58"/>
                    <a:pt x="2479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85;p58"/>
            <p:cNvSpPr/>
            <p:nvPr/>
          </p:nvSpPr>
          <p:spPr>
            <a:xfrm>
              <a:off x="1063422" y="636133"/>
              <a:ext cx="108600" cy="69600"/>
            </a:xfrm>
            <a:prstGeom prst="rect">
              <a:avLst/>
            </a:prstGeom>
            <a:solidFill>
              <a:srgbClr val="6C7E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86;p58"/>
            <p:cNvSpPr/>
            <p:nvPr/>
          </p:nvSpPr>
          <p:spPr>
            <a:xfrm>
              <a:off x="1055174" y="609084"/>
              <a:ext cx="70006" cy="79986"/>
            </a:xfrm>
            <a:custGeom>
              <a:avLst/>
              <a:gdLst/>
              <a:ahLst/>
              <a:cxnLst/>
              <a:rect l="l" t="t" r="r" b="b"/>
              <a:pathLst>
                <a:path w="8691" h="9930" extrusionOk="0">
                  <a:moveTo>
                    <a:pt x="0" y="905"/>
                  </a:moveTo>
                  <a:lnTo>
                    <a:pt x="405" y="0"/>
                  </a:lnTo>
                  <a:lnTo>
                    <a:pt x="5286" y="48"/>
                  </a:lnTo>
                  <a:lnTo>
                    <a:pt x="6810" y="929"/>
                  </a:lnTo>
                  <a:lnTo>
                    <a:pt x="8691" y="7668"/>
                  </a:lnTo>
                  <a:lnTo>
                    <a:pt x="6691" y="9930"/>
                  </a:lnTo>
                  <a:lnTo>
                    <a:pt x="3643" y="7691"/>
                  </a:lnTo>
                  <a:lnTo>
                    <a:pt x="4286" y="2857"/>
                  </a:lnTo>
                  <a:close/>
                </a:path>
              </a:pathLst>
            </a:custGeom>
            <a:solidFill>
              <a:srgbClr val="EFD67E"/>
            </a:solidFill>
            <a:ln>
              <a:noFill/>
            </a:ln>
          </p:spPr>
        </p:sp>
        <p:sp>
          <p:nvSpPr>
            <p:cNvPr id="37" name="Google Shape;887;p58"/>
            <p:cNvSpPr/>
            <p:nvPr/>
          </p:nvSpPr>
          <p:spPr>
            <a:xfrm>
              <a:off x="792967" y="638429"/>
              <a:ext cx="42600" cy="65100"/>
            </a:xfrm>
            <a:prstGeom prst="rect">
              <a:avLst/>
            </a:prstGeom>
            <a:solidFill>
              <a:srgbClr val="6C7E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88;p58"/>
            <p:cNvSpPr/>
            <p:nvPr/>
          </p:nvSpPr>
          <p:spPr>
            <a:xfrm>
              <a:off x="730243" y="635553"/>
              <a:ext cx="66000" cy="70200"/>
            </a:xfrm>
            <a:prstGeom prst="rect">
              <a:avLst/>
            </a:prstGeom>
            <a:solidFill>
              <a:srgbClr val="EFD6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89;p58"/>
            <p:cNvSpPr/>
            <p:nvPr/>
          </p:nvSpPr>
          <p:spPr>
            <a:xfrm>
              <a:off x="802598" y="635375"/>
              <a:ext cx="287565" cy="70887"/>
            </a:xfrm>
            <a:custGeom>
              <a:avLst/>
              <a:gdLst/>
              <a:ahLst/>
              <a:cxnLst/>
              <a:rect l="l" t="t" r="r" b="b"/>
              <a:pathLst>
                <a:path w="11317" h="2790" extrusionOk="0">
                  <a:moveTo>
                    <a:pt x="0" y="0"/>
                  </a:moveTo>
                  <a:cubicBezTo>
                    <a:pt x="161" y="448"/>
                    <a:pt x="241" y="919"/>
                    <a:pt x="241" y="1389"/>
                  </a:cubicBezTo>
                  <a:cubicBezTo>
                    <a:pt x="241" y="1883"/>
                    <a:pt x="390" y="2365"/>
                    <a:pt x="654" y="2789"/>
                  </a:cubicBezTo>
                  <a:lnTo>
                    <a:pt x="11317" y="2789"/>
                  </a:lnTo>
                  <a:cubicBezTo>
                    <a:pt x="11156" y="2342"/>
                    <a:pt x="11076" y="1871"/>
                    <a:pt x="11076" y="1389"/>
                  </a:cubicBezTo>
                  <a:cubicBezTo>
                    <a:pt x="11076" y="896"/>
                    <a:pt x="10926" y="414"/>
                    <a:pt x="10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90;p58"/>
            <p:cNvSpPr/>
            <p:nvPr/>
          </p:nvSpPr>
          <p:spPr>
            <a:xfrm>
              <a:off x="1144963" y="635375"/>
              <a:ext cx="287285" cy="70887"/>
            </a:xfrm>
            <a:custGeom>
              <a:avLst/>
              <a:gdLst/>
              <a:ahLst/>
              <a:cxnLst/>
              <a:rect l="l" t="t" r="r" b="b"/>
              <a:pathLst>
                <a:path w="11306" h="2790" extrusionOk="0">
                  <a:moveTo>
                    <a:pt x="0" y="0"/>
                  </a:moveTo>
                  <a:cubicBezTo>
                    <a:pt x="150" y="448"/>
                    <a:pt x="230" y="919"/>
                    <a:pt x="241" y="1389"/>
                  </a:cubicBezTo>
                  <a:cubicBezTo>
                    <a:pt x="230" y="1883"/>
                    <a:pt x="379" y="2365"/>
                    <a:pt x="655" y="2789"/>
                  </a:cubicBezTo>
                  <a:lnTo>
                    <a:pt x="11306" y="2789"/>
                  </a:lnTo>
                  <a:cubicBezTo>
                    <a:pt x="11145" y="2342"/>
                    <a:pt x="11065" y="1871"/>
                    <a:pt x="11065" y="1389"/>
                  </a:cubicBezTo>
                  <a:cubicBezTo>
                    <a:pt x="11065" y="896"/>
                    <a:pt x="10927" y="414"/>
                    <a:pt x="106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91;p58"/>
            <p:cNvSpPr/>
            <p:nvPr/>
          </p:nvSpPr>
          <p:spPr>
            <a:xfrm>
              <a:off x="1487048" y="635375"/>
              <a:ext cx="287565" cy="70887"/>
            </a:xfrm>
            <a:custGeom>
              <a:avLst/>
              <a:gdLst/>
              <a:ahLst/>
              <a:cxnLst/>
              <a:rect l="l" t="t" r="r" b="b"/>
              <a:pathLst>
                <a:path w="11317" h="2790" extrusionOk="0">
                  <a:moveTo>
                    <a:pt x="0" y="0"/>
                  </a:moveTo>
                  <a:cubicBezTo>
                    <a:pt x="161" y="448"/>
                    <a:pt x="241" y="919"/>
                    <a:pt x="241" y="1389"/>
                  </a:cubicBezTo>
                  <a:cubicBezTo>
                    <a:pt x="241" y="1883"/>
                    <a:pt x="379" y="2365"/>
                    <a:pt x="655" y="2789"/>
                  </a:cubicBezTo>
                  <a:lnTo>
                    <a:pt x="11317" y="2789"/>
                  </a:lnTo>
                  <a:cubicBezTo>
                    <a:pt x="11156" y="2342"/>
                    <a:pt x="11076" y="1871"/>
                    <a:pt x="11076" y="1389"/>
                  </a:cubicBezTo>
                  <a:cubicBezTo>
                    <a:pt x="11076" y="896"/>
                    <a:pt x="10927" y="414"/>
                    <a:pt x="10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92;p58"/>
            <p:cNvSpPr/>
            <p:nvPr/>
          </p:nvSpPr>
          <p:spPr>
            <a:xfrm>
              <a:off x="504546" y="635375"/>
              <a:ext cx="243250" cy="70887"/>
            </a:xfrm>
            <a:custGeom>
              <a:avLst/>
              <a:gdLst/>
              <a:ahLst/>
              <a:cxnLst/>
              <a:rect l="l" t="t" r="r" b="b"/>
              <a:pathLst>
                <a:path w="9573" h="2790" extrusionOk="0">
                  <a:moveTo>
                    <a:pt x="0" y="0"/>
                  </a:moveTo>
                  <a:lnTo>
                    <a:pt x="1332" y="1389"/>
                  </a:lnTo>
                  <a:lnTo>
                    <a:pt x="0" y="2789"/>
                  </a:lnTo>
                  <a:lnTo>
                    <a:pt x="9572" y="2789"/>
                  </a:lnTo>
                  <a:cubicBezTo>
                    <a:pt x="9423" y="2342"/>
                    <a:pt x="9331" y="1871"/>
                    <a:pt x="9331" y="1389"/>
                  </a:cubicBezTo>
                  <a:cubicBezTo>
                    <a:pt x="9343" y="896"/>
                    <a:pt x="9194" y="414"/>
                    <a:pt x="89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93;p58"/>
            <p:cNvSpPr/>
            <p:nvPr/>
          </p:nvSpPr>
          <p:spPr>
            <a:xfrm>
              <a:off x="1829134" y="635375"/>
              <a:ext cx="303319" cy="70887"/>
            </a:xfrm>
            <a:custGeom>
              <a:avLst/>
              <a:gdLst/>
              <a:ahLst/>
              <a:cxnLst/>
              <a:rect l="l" t="t" r="r" b="b"/>
              <a:pathLst>
                <a:path w="11937" h="2790" extrusionOk="0">
                  <a:moveTo>
                    <a:pt x="0" y="0"/>
                  </a:moveTo>
                  <a:cubicBezTo>
                    <a:pt x="161" y="448"/>
                    <a:pt x="241" y="919"/>
                    <a:pt x="241" y="1389"/>
                  </a:cubicBezTo>
                  <a:cubicBezTo>
                    <a:pt x="241" y="1883"/>
                    <a:pt x="390" y="2365"/>
                    <a:pt x="654" y="2789"/>
                  </a:cubicBezTo>
                  <a:lnTo>
                    <a:pt x="3925" y="2789"/>
                  </a:lnTo>
                  <a:cubicBezTo>
                    <a:pt x="4086" y="2537"/>
                    <a:pt x="4201" y="2273"/>
                    <a:pt x="4270" y="1998"/>
                  </a:cubicBezTo>
                  <a:cubicBezTo>
                    <a:pt x="4369" y="1616"/>
                    <a:pt x="4706" y="1392"/>
                    <a:pt x="5056" y="1392"/>
                  </a:cubicBezTo>
                  <a:cubicBezTo>
                    <a:pt x="5232" y="1392"/>
                    <a:pt x="5412" y="1450"/>
                    <a:pt x="5567" y="1573"/>
                  </a:cubicBezTo>
                  <a:cubicBezTo>
                    <a:pt x="5722" y="1447"/>
                    <a:pt x="5896" y="1392"/>
                    <a:pt x="6066" y="1392"/>
                  </a:cubicBezTo>
                  <a:cubicBezTo>
                    <a:pt x="6546" y="1392"/>
                    <a:pt x="6988" y="1839"/>
                    <a:pt x="6852" y="2399"/>
                  </a:cubicBezTo>
                  <a:cubicBezTo>
                    <a:pt x="6818" y="2525"/>
                    <a:pt x="6783" y="2652"/>
                    <a:pt x="6737" y="2789"/>
                  </a:cubicBezTo>
                  <a:lnTo>
                    <a:pt x="10605" y="2789"/>
                  </a:lnTo>
                  <a:lnTo>
                    <a:pt x="11937" y="1389"/>
                  </a:lnTo>
                  <a:lnTo>
                    <a:pt x="106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94;p58"/>
            <p:cNvSpPr/>
            <p:nvPr/>
          </p:nvSpPr>
          <p:spPr>
            <a:xfrm>
              <a:off x="1803471" y="635375"/>
              <a:ext cx="42587" cy="70887"/>
            </a:xfrm>
            <a:custGeom>
              <a:avLst/>
              <a:gdLst/>
              <a:ahLst/>
              <a:cxnLst/>
              <a:rect l="l" t="t" r="r" b="b"/>
              <a:pathLst>
                <a:path w="1676" h="2790" extrusionOk="0">
                  <a:moveTo>
                    <a:pt x="0" y="0"/>
                  </a:moveTo>
                  <a:cubicBezTo>
                    <a:pt x="161" y="448"/>
                    <a:pt x="241" y="919"/>
                    <a:pt x="241" y="1389"/>
                  </a:cubicBezTo>
                  <a:cubicBezTo>
                    <a:pt x="241" y="1883"/>
                    <a:pt x="379" y="2365"/>
                    <a:pt x="654" y="2789"/>
                  </a:cubicBezTo>
                  <a:lnTo>
                    <a:pt x="1676" y="2789"/>
                  </a:lnTo>
                  <a:cubicBezTo>
                    <a:pt x="1400" y="2365"/>
                    <a:pt x="1263" y="1883"/>
                    <a:pt x="1263" y="1389"/>
                  </a:cubicBezTo>
                  <a:cubicBezTo>
                    <a:pt x="1263" y="919"/>
                    <a:pt x="1182" y="448"/>
                    <a:pt x="1022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95;p58"/>
            <p:cNvSpPr/>
            <p:nvPr/>
          </p:nvSpPr>
          <p:spPr>
            <a:xfrm>
              <a:off x="1461080" y="635375"/>
              <a:ext cx="42613" cy="70887"/>
            </a:xfrm>
            <a:custGeom>
              <a:avLst/>
              <a:gdLst/>
              <a:ahLst/>
              <a:cxnLst/>
              <a:rect l="l" t="t" r="r" b="b"/>
              <a:pathLst>
                <a:path w="1677" h="2790" extrusionOk="0">
                  <a:moveTo>
                    <a:pt x="1" y="0"/>
                  </a:moveTo>
                  <a:cubicBezTo>
                    <a:pt x="162" y="448"/>
                    <a:pt x="242" y="919"/>
                    <a:pt x="242" y="1389"/>
                  </a:cubicBezTo>
                  <a:cubicBezTo>
                    <a:pt x="242" y="1883"/>
                    <a:pt x="391" y="2365"/>
                    <a:pt x="655" y="2789"/>
                  </a:cubicBezTo>
                  <a:lnTo>
                    <a:pt x="1677" y="2789"/>
                  </a:lnTo>
                  <a:cubicBezTo>
                    <a:pt x="1401" y="2365"/>
                    <a:pt x="1263" y="1883"/>
                    <a:pt x="1263" y="1389"/>
                  </a:cubicBezTo>
                  <a:cubicBezTo>
                    <a:pt x="1263" y="919"/>
                    <a:pt x="1183" y="448"/>
                    <a:pt x="1022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96;p58"/>
            <p:cNvSpPr/>
            <p:nvPr/>
          </p:nvSpPr>
          <p:spPr>
            <a:xfrm>
              <a:off x="1118994" y="635375"/>
              <a:ext cx="42613" cy="70887"/>
            </a:xfrm>
            <a:custGeom>
              <a:avLst/>
              <a:gdLst/>
              <a:ahLst/>
              <a:cxnLst/>
              <a:rect l="l" t="t" r="r" b="b"/>
              <a:pathLst>
                <a:path w="1677" h="2790" extrusionOk="0">
                  <a:moveTo>
                    <a:pt x="1" y="0"/>
                  </a:moveTo>
                  <a:cubicBezTo>
                    <a:pt x="162" y="448"/>
                    <a:pt x="242" y="919"/>
                    <a:pt x="242" y="1389"/>
                  </a:cubicBezTo>
                  <a:cubicBezTo>
                    <a:pt x="242" y="1883"/>
                    <a:pt x="380" y="2365"/>
                    <a:pt x="655" y="2789"/>
                  </a:cubicBezTo>
                  <a:lnTo>
                    <a:pt x="1677" y="2789"/>
                  </a:lnTo>
                  <a:cubicBezTo>
                    <a:pt x="1401" y="2365"/>
                    <a:pt x="1252" y="1883"/>
                    <a:pt x="1252" y="1389"/>
                  </a:cubicBezTo>
                  <a:cubicBezTo>
                    <a:pt x="1252" y="919"/>
                    <a:pt x="1172" y="448"/>
                    <a:pt x="1022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97;p58"/>
            <p:cNvSpPr/>
            <p:nvPr/>
          </p:nvSpPr>
          <p:spPr>
            <a:xfrm>
              <a:off x="776629" y="635375"/>
              <a:ext cx="42613" cy="70887"/>
            </a:xfrm>
            <a:custGeom>
              <a:avLst/>
              <a:gdLst/>
              <a:ahLst/>
              <a:cxnLst/>
              <a:rect l="l" t="t" r="r" b="b"/>
              <a:pathLst>
                <a:path w="1677" h="2790" extrusionOk="0">
                  <a:moveTo>
                    <a:pt x="1" y="0"/>
                  </a:moveTo>
                  <a:cubicBezTo>
                    <a:pt x="161" y="448"/>
                    <a:pt x="242" y="919"/>
                    <a:pt x="242" y="1389"/>
                  </a:cubicBezTo>
                  <a:cubicBezTo>
                    <a:pt x="242" y="1883"/>
                    <a:pt x="391" y="2365"/>
                    <a:pt x="655" y="2789"/>
                  </a:cubicBezTo>
                  <a:lnTo>
                    <a:pt x="1676" y="2789"/>
                  </a:lnTo>
                  <a:cubicBezTo>
                    <a:pt x="1412" y="2365"/>
                    <a:pt x="1263" y="1883"/>
                    <a:pt x="1263" y="1389"/>
                  </a:cubicBezTo>
                  <a:cubicBezTo>
                    <a:pt x="1263" y="919"/>
                    <a:pt x="1183" y="448"/>
                    <a:pt x="1022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98;p58"/>
            <p:cNvSpPr/>
            <p:nvPr/>
          </p:nvSpPr>
          <p:spPr>
            <a:xfrm>
              <a:off x="1612443" y="564866"/>
              <a:ext cx="196877" cy="105822"/>
            </a:xfrm>
            <a:custGeom>
              <a:avLst/>
              <a:gdLst/>
              <a:ahLst/>
              <a:cxnLst/>
              <a:rect l="l" t="t" r="r" b="b"/>
              <a:pathLst>
                <a:path w="7748" h="4165" extrusionOk="0">
                  <a:moveTo>
                    <a:pt x="2082" y="2101"/>
                  </a:moveTo>
                  <a:lnTo>
                    <a:pt x="2082" y="2101"/>
                  </a:lnTo>
                  <a:cubicBezTo>
                    <a:pt x="2073" y="2108"/>
                    <a:pt x="2064" y="2115"/>
                    <a:pt x="2055" y="2121"/>
                  </a:cubicBezTo>
                  <a:cubicBezTo>
                    <a:pt x="2064" y="2115"/>
                    <a:pt x="2073" y="2108"/>
                    <a:pt x="2082" y="2101"/>
                  </a:cubicBezTo>
                  <a:close/>
                  <a:moveTo>
                    <a:pt x="3587" y="0"/>
                  </a:moveTo>
                  <a:cubicBezTo>
                    <a:pt x="2139" y="0"/>
                    <a:pt x="762" y="757"/>
                    <a:pt x="1" y="2041"/>
                  </a:cubicBezTo>
                  <a:lnTo>
                    <a:pt x="2158" y="2041"/>
                  </a:lnTo>
                  <a:cubicBezTo>
                    <a:pt x="2133" y="2058"/>
                    <a:pt x="2107" y="2081"/>
                    <a:pt x="2082" y="2101"/>
                  </a:cubicBezTo>
                  <a:lnTo>
                    <a:pt x="2082" y="2101"/>
                  </a:lnTo>
                  <a:cubicBezTo>
                    <a:pt x="2549" y="1761"/>
                    <a:pt x="3068" y="1607"/>
                    <a:pt x="3575" y="1607"/>
                  </a:cubicBezTo>
                  <a:cubicBezTo>
                    <a:pt x="4896" y="1607"/>
                    <a:pt x="6133" y="2654"/>
                    <a:pt x="6141" y="4164"/>
                  </a:cubicBezTo>
                  <a:lnTo>
                    <a:pt x="7748" y="4164"/>
                  </a:lnTo>
                  <a:cubicBezTo>
                    <a:pt x="7748" y="2293"/>
                    <a:pt x="6497" y="641"/>
                    <a:pt x="4683" y="147"/>
                  </a:cubicBezTo>
                  <a:cubicBezTo>
                    <a:pt x="4319" y="48"/>
                    <a:pt x="3951" y="0"/>
                    <a:pt x="358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99;p58"/>
            <p:cNvSpPr/>
            <p:nvPr/>
          </p:nvSpPr>
          <p:spPr>
            <a:xfrm>
              <a:off x="1270078" y="564561"/>
              <a:ext cx="197156" cy="106127"/>
            </a:xfrm>
            <a:custGeom>
              <a:avLst/>
              <a:gdLst/>
              <a:ahLst/>
              <a:cxnLst/>
              <a:rect l="l" t="t" r="r" b="b"/>
              <a:pathLst>
                <a:path w="7759" h="4177" extrusionOk="0">
                  <a:moveTo>
                    <a:pt x="3588" y="1"/>
                  </a:moveTo>
                  <a:cubicBezTo>
                    <a:pt x="2139" y="1"/>
                    <a:pt x="762" y="759"/>
                    <a:pt x="0" y="2053"/>
                  </a:cubicBezTo>
                  <a:lnTo>
                    <a:pt x="2158" y="2053"/>
                  </a:lnTo>
                  <a:cubicBezTo>
                    <a:pt x="2583" y="1777"/>
                    <a:pt x="3076" y="1617"/>
                    <a:pt x="3581" y="1617"/>
                  </a:cubicBezTo>
                  <a:cubicBezTo>
                    <a:pt x="4993" y="1628"/>
                    <a:pt x="6141" y="2765"/>
                    <a:pt x="6141" y="4176"/>
                  </a:cubicBezTo>
                  <a:lnTo>
                    <a:pt x="7759" y="4176"/>
                  </a:lnTo>
                  <a:cubicBezTo>
                    <a:pt x="7759" y="2294"/>
                    <a:pt x="6508" y="653"/>
                    <a:pt x="4683" y="148"/>
                  </a:cubicBezTo>
                  <a:cubicBezTo>
                    <a:pt x="4319" y="49"/>
                    <a:pt x="3951" y="1"/>
                    <a:pt x="358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00;p58"/>
            <p:cNvSpPr/>
            <p:nvPr/>
          </p:nvSpPr>
          <p:spPr>
            <a:xfrm>
              <a:off x="927993" y="564663"/>
              <a:ext cx="182291" cy="52060"/>
            </a:xfrm>
            <a:custGeom>
              <a:avLst/>
              <a:gdLst/>
              <a:ahLst/>
              <a:cxnLst/>
              <a:rect l="l" t="t" r="r" b="b"/>
              <a:pathLst>
                <a:path w="7174" h="2049" extrusionOk="0">
                  <a:moveTo>
                    <a:pt x="3587" y="0"/>
                  </a:moveTo>
                  <a:cubicBezTo>
                    <a:pt x="2195" y="0"/>
                    <a:pt x="804" y="683"/>
                    <a:pt x="0" y="2049"/>
                  </a:cubicBezTo>
                  <a:lnTo>
                    <a:pt x="2170" y="2049"/>
                  </a:lnTo>
                  <a:cubicBezTo>
                    <a:pt x="2583" y="1773"/>
                    <a:pt x="3076" y="1613"/>
                    <a:pt x="3581" y="1613"/>
                  </a:cubicBezTo>
                  <a:cubicBezTo>
                    <a:pt x="4086" y="1613"/>
                    <a:pt x="4580" y="1773"/>
                    <a:pt x="5004" y="2049"/>
                  </a:cubicBezTo>
                  <a:lnTo>
                    <a:pt x="7174" y="2049"/>
                  </a:lnTo>
                  <a:cubicBezTo>
                    <a:pt x="6370" y="683"/>
                    <a:pt x="4979" y="0"/>
                    <a:pt x="358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01;p58"/>
            <p:cNvSpPr/>
            <p:nvPr/>
          </p:nvSpPr>
          <p:spPr>
            <a:xfrm>
              <a:off x="1111143" y="618174"/>
              <a:ext cx="2058" cy="3811"/>
            </a:xfrm>
            <a:custGeom>
              <a:avLst/>
              <a:gdLst/>
              <a:ahLst/>
              <a:cxnLst/>
              <a:rect l="l" t="t" r="r" b="b"/>
              <a:pathLst>
                <a:path w="81" h="150" extrusionOk="0">
                  <a:moveTo>
                    <a:pt x="0" y="0"/>
                  </a:moveTo>
                  <a:lnTo>
                    <a:pt x="0" y="0"/>
                  </a:lnTo>
                  <a:cubicBezTo>
                    <a:pt x="23" y="46"/>
                    <a:pt x="46" y="104"/>
                    <a:pt x="80" y="150"/>
                  </a:cubicBezTo>
                  <a:cubicBezTo>
                    <a:pt x="46" y="92"/>
                    <a:pt x="23" y="46"/>
                    <a:pt x="0" y="0"/>
                  </a:cubicBezTo>
                  <a:close/>
                </a:path>
              </a:pathLst>
            </a:custGeom>
            <a:solidFill>
              <a:srgbClr val="3F2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02;p58"/>
            <p:cNvSpPr/>
            <p:nvPr/>
          </p:nvSpPr>
          <p:spPr>
            <a:xfrm>
              <a:off x="1065050" y="624882"/>
              <a:ext cx="330" cy="610"/>
            </a:xfrm>
            <a:custGeom>
              <a:avLst/>
              <a:gdLst/>
              <a:ahLst/>
              <a:cxnLst/>
              <a:rect l="l" t="t" r="r" b="b"/>
              <a:pathLst>
                <a:path w="13" h="24" extrusionOk="0">
                  <a:moveTo>
                    <a:pt x="1" y="0"/>
                  </a:moveTo>
                  <a:lnTo>
                    <a:pt x="12" y="23"/>
                  </a:lnTo>
                  <a:close/>
                </a:path>
              </a:pathLst>
            </a:custGeom>
            <a:solidFill>
              <a:srgbClr val="3F2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03;p58"/>
            <p:cNvSpPr/>
            <p:nvPr/>
          </p:nvSpPr>
          <p:spPr>
            <a:xfrm>
              <a:off x="1069421" y="629836"/>
              <a:ext cx="610" cy="610"/>
            </a:xfrm>
            <a:custGeom>
              <a:avLst/>
              <a:gdLst/>
              <a:ahLst/>
              <a:cxnLst/>
              <a:rect l="l" t="t" r="r" b="b"/>
              <a:pathLst>
                <a:path w="24" h="24" extrusionOk="0">
                  <a:moveTo>
                    <a:pt x="1" y="0"/>
                  </a:moveTo>
                  <a:lnTo>
                    <a:pt x="24" y="23"/>
                  </a:lnTo>
                  <a:close/>
                </a:path>
              </a:pathLst>
            </a:custGeom>
            <a:solidFill>
              <a:srgbClr val="3F2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04;p58"/>
            <p:cNvSpPr/>
            <p:nvPr/>
          </p:nvSpPr>
          <p:spPr>
            <a:xfrm>
              <a:off x="1611275" y="616700"/>
              <a:ext cx="1194" cy="2083"/>
            </a:xfrm>
            <a:custGeom>
              <a:avLst/>
              <a:gdLst/>
              <a:ahLst/>
              <a:cxnLst/>
              <a:rect l="l" t="t" r="r" b="b"/>
              <a:pathLst>
                <a:path w="47" h="82" extrusionOk="0">
                  <a:moveTo>
                    <a:pt x="47" y="1"/>
                  </a:moveTo>
                  <a:lnTo>
                    <a:pt x="1" y="81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rgbClr val="DA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05;p58"/>
            <p:cNvSpPr/>
            <p:nvPr/>
          </p:nvSpPr>
          <p:spPr>
            <a:xfrm>
              <a:off x="1603398" y="616700"/>
              <a:ext cx="63906" cy="18700"/>
            </a:xfrm>
            <a:custGeom>
              <a:avLst/>
              <a:gdLst/>
              <a:ahLst/>
              <a:cxnLst/>
              <a:rect l="l" t="t" r="r" b="b"/>
              <a:pathLst>
                <a:path w="2515" h="736" extrusionOk="0">
                  <a:moveTo>
                    <a:pt x="357" y="1"/>
                  </a:moveTo>
                  <a:lnTo>
                    <a:pt x="311" y="81"/>
                  </a:lnTo>
                  <a:lnTo>
                    <a:pt x="288" y="116"/>
                  </a:lnTo>
                  <a:cubicBezTo>
                    <a:pt x="265" y="150"/>
                    <a:pt x="253" y="185"/>
                    <a:pt x="230" y="219"/>
                  </a:cubicBezTo>
                  <a:cubicBezTo>
                    <a:pt x="207" y="253"/>
                    <a:pt x="173" y="322"/>
                    <a:pt x="150" y="380"/>
                  </a:cubicBezTo>
                  <a:lnTo>
                    <a:pt x="104" y="483"/>
                  </a:lnTo>
                  <a:cubicBezTo>
                    <a:pt x="81" y="552"/>
                    <a:pt x="58" y="609"/>
                    <a:pt x="35" y="678"/>
                  </a:cubicBezTo>
                  <a:cubicBezTo>
                    <a:pt x="24" y="690"/>
                    <a:pt x="12" y="713"/>
                    <a:pt x="1" y="735"/>
                  </a:cubicBezTo>
                  <a:lnTo>
                    <a:pt x="1791" y="735"/>
                  </a:lnTo>
                  <a:cubicBezTo>
                    <a:pt x="1791" y="735"/>
                    <a:pt x="1791" y="724"/>
                    <a:pt x="1803" y="724"/>
                  </a:cubicBezTo>
                  <a:cubicBezTo>
                    <a:pt x="1814" y="701"/>
                    <a:pt x="1826" y="690"/>
                    <a:pt x="1837" y="667"/>
                  </a:cubicBezTo>
                  <a:cubicBezTo>
                    <a:pt x="1849" y="655"/>
                    <a:pt x="1872" y="621"/>
                    <a:pt x="1894" y="598"/>
                  </a:cubicBezTo>
                  <a:lnTo>
                    <a:pt x="1894" y="586"/>
                  </a:lnTo>
                  <a:cubicBezTo>
                    <a:pt x="2044" y="391"/>
                    <a:pt x="2216" y="219"/>
                    <a:pt x="2411" y="81"/>
                  </a:cubicBezTo>
                  <a:cubicBezTo>
                    <a:pt x="2445" y="47"/>
                    <a:pt x="2480" y="24"/>
                    <a:pt x="2514" y="1"/>
                  </a:cubicBezTo>
                  <a:close/>
                </a:path>
              </a:pathLst>
            </a:custGeom>
            <a:solidFill>
              <a:srgbClr val="E06F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06;p58"/>
            <p:cNvSpPr/>
            <p:nvPr/>
          </p:nvSpPr>
          <p:spPr>
            <a:xfrm>
              <a:off x="1603398" y="616700"/>
              <a:ext cx="63906" cy="18700"/>
            </a:xfrm>
            <a:custGeom>
              <a:avLst/>
              <a:gdLst/>
              <a:ahLst/>
              <a:cxnLst/>
              <a:rect l="l" t="t" r="r" b="b"/>
              <a:pathLst>
                <a:path w="2515" h="736" extrusionOk="0">
                  <a:moveTo>
                    <a:pt x="357" y="1"/>
                  </a:moveTo>
                  <a:lnTo>
                    <a:pt x="311" y="81"/>
                  </a:lnTo>
                  <a:lnTo>
                    <a:pt x="288" y="116"/>
                  </a:lnTo>
                  <a:cubicBezTo>
                    <a:pt x="265" y="150"/>
                    <a:pt x="253" y="185"/>
                    <a:pt x="230" y="219"/>
                  </a:cubicBezTo>
                  <a:cubicBezTo>
                    <a:pt x="207" y="253"/>
                    <a:pt x="173" y="322"/>
                    <a:pt x="150" y="380"/>
                  </a:cubicBezTo>
                  <a:lnTo>
                    <a:pt x="104" y="483"/>
                  </a:lnTo>
                  <a:cubicBezTo>
                    <a:pt x="81" y="552"/>
                    <a:pt x="58" y="609"/>
                    <a:pt x="35" y="678"/>
                  </a:cubicBezTo>
                  <a:cubicBezTo>
                    <a:pt x="24" y="690"/>
                    <a:pt x="12" y="713"/>
                    <a:pt x="1" y="735"/>
                  </a:cubicBezTo>
                  <a:lnTo>
                    <a:pt x="1791" y="735"/>
                  </a:lnTo>
                  <a:cubicBezTo>
                    <a:pt x="1791" y="735"/>
                    <a:pt x="1791" y="724"/>
                    <a:pt x="1803" y="724"/>
                  </a:cubicBezTo>
                  <a:cubicBezTo>
                    <a:pt x="1814" y="701"/>
                    <a:pt x="1826" y="690"/>
                    <a:pt x="1837" y="667"/>
                  </a:cubicBezTo>
                  <a:cubicBezTo>
                    <a:pt x="1849" y="655"/>
                    <a:pt x="1872" y="621"/>
                    <a:pt x="1894" y="598"/>
                  </a:cubicBezTo>
                  <a:lnTo>
                    <a:pt x="1894" y="586"/>
                  </a:lnTo>
                  <a:cubicBezTo>
                    <a:pt x="2044" y="391"/>
                    <a:pt x="2216" y="219"/>
                    <a:pt x="2411" y="81"/>
                  </a:cubicBezTo>
                  <a:cubicBezTo>
                    <a:pt x="2445" y="47"/>
                    <a:pt x="2480" y="24"/>
                    <a:pt x="2514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07;p58"/>
            <p:cNvSpPr/>
            <p:nvPr/>
          </p:nvSpPr>
          <p:spPr>
            <a:xfrm>
              <a:off x="1268909" y="616700"/>
              <a:ext cx="1194" cy="2083"/>
            </a:xfrm>
            <a:custGeom>
              <a:avLst/>
              <a:gdLst/>
              <a:ahLst/>
              <a:cxnLst/>
              <a:rect l="l" t="t" r="r" b="b"/>
              <a:pathLst>
                <a:path w="47" h="82" extrusionOk="0">
                  <a:moveTo>
                    <a:pt x="46" y="1"/>
                  </a:moveTo>
                  <a:lnTo>
                    <a:pt x="0" y="81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rgbClr val="DA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08;p58"/>
            <p:cNvSpPr/>
            <p:nvPr/>
          </p:nvSpPr>
          <p:spPr>
            <a:xfrm>
              <a:off x="1322269" y="616700"/>
              <a:ext cx="2643" cy="2083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104" y="1"/>
                  </a:moveTo>
                  <a:cubicBezTo>
                    <a:pt x="70" y="24"/>
                    <a:pt x="35" y="47"/>
                    <a:pt x="1" y="81"/>
                  </a:cubicBezTo>
                  <a:cubicBezTo>
                    <a:pt x="35" y="47"/>
                    <a:pt x="70" y="24"/>
                    <a:pt x="104" y="1"/>
                  </a:cubicBezTo>
                  <a:close/>
                </a:path>
              </a:pathLst>
            </a:custGeom>
            <a:solidFill>
              <a:srgbClr val="DA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09;p58"/>
            <p:cNvSpPr/>
            <p:nvPr/>
          </p:nvSpPr>
          <p:spPr>
            <a:xfrm>
              <a:off x="1261312" y="616700"/>
              <a:ext cx="63906" cy="18700"/>
            </a:xfrm>
            <a:custGeom>
              <a:avLst/>
              <a:gdLst/>
              <a:ahLst/>
              <a:cxnLst/>
              <a:rect l="l" t="t" r="r" b="b"/>
              <a:pathLst>
                <a:path w="2515" h="736" extrusionOk="0">
                  <a:moveTo>
                    <a:pt x="345" y="1"/>
                  </a:moveTo>
                  <a:lnTo>
                    <a:pt x="299" y="81"/>
                  </a:lnTo>
                  <a:cubicBezTo>
                    <a:pt x="299" y="93"/>
                    <a:pt x="288" y="104"/>
                    <a:pt x="276" y="116"/>
                  </a:cubicBezTo>
                  <a:lnTo>
                    <a:pt x="219" y="219"/>
                  </a:lnTo>
                  <a:cubicBezTo>
                    <a:pt x="196" y="276"/>
                    <a:pt x="173" y="322"/>
                    <a:pt x="139" y="380"/>
                  </a:cubicBezTo>
                  <a:lnTo>
                    <a:pt x="93" y="483"/>
                  </a:lnTo>
                  <a:cubicBezTo>
                    <a:pt x="70" y="552"/>
                    <a:pt x="47" y="609"/>
                    <a:pt x="24" y="678"/>
                  </a:cubicBezTo>
                  <a:cubicBezTo>
                    <a:pt x="12" y="690"/>
                    <a:pt x="1" y="713"/>
                    <a:pt x="1" y="735"/>
                  </a:cubicBezTo>
                  <a:lnTo>
                    <a:pt x="1791" y="735"/>
                  </a:lnTo>
                  <a:cubicBezTo>
                    <a:pt x="1791" y="735"/>
                    <a:pt x="1791" y="724"/>
                    <a:pt x="1791" y="724"/>
                  </a:cubicBezTo>
                  <a:cubicBezTo>
                    <a:pt x="1803" y="701"/>
                    <a:pt x="1814" y="690"/>
                    <a:pt x="1837" y="667"/>
                  </a:cubicBezTo>
                  <a:cubicBezTo>
                    <a:pt x="1849" y="655"/>
                    <a:pt x="1872" y="621"/>
                    <a:pt x="1883" y="598"/>
                  </a:cubicBezTo>
                  <a:lnTo>
                    <a:pt x="1895" y="586"/>
                  </a:lnTo>
                  <a:cubicBezTo>
                    <a:pt x="2044" y="391"/>
                    <a:pt x="2216" y="219"/>
                    <a:pt x="2400" y="81"/>
                  </a:cubicBezTo>
                  <a:cubicBezTo>
                    <a:pt x="2434" y="47"/>
                    <a:pt x="2469" y="24"/>
                    <a:pt x="2514" y="1"/>
                  </a:cubicBezTo>
                  <a:close/>
                </a:path>
              </a:pathLst>
            </a:custGeom>
            <a:solidFill>
              <a:srgbClr val="F1C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10;p58"/>
            <p:cNvSpPr/>
            <p:nvPr/>
          </p:nvSpPr>
          <p:spPr>
            <a:xfrm>
              <a:off x="1261312" y="616700"/>
              <a:ext cx="63906" cy="18700"/>
            </a:xfrm>
            <a:custGeom>
              <a:avLst/>
              <a:gdLst/>
              <a:ahLst/>
              <a:cxnLst/>
              <a:rect l="l" t="t" r="r" b="b"/>
              <a:pathLst>
                <a:path w="2515" h="736" extrusionOk="0">
                  <a:moveTo>
                    <a:pt x="345" y="1"/>
                  </a:moveTo>
                  <a:lnTo>
                    <a:pt x="299" y="81"/>
                  </a:lnTo>
                  <a:cubicBezTo>
                    <a:pt x="299" y="93"/>
                    <a:pt x="288" y="104"/>
                    <a:pt x="276" y="116"/>
                  </a:cubicBezTo>
                  <a:lnTo>
                    <a:pt x="219" y="219"/>
                  </a:lnTo>
                  <a:cubicBezTo>
                    <a:pt x="196" y="276"/>
                    <a:pt x="173" y="322"/>
                    <a:pt x="139" y="380"/>
                  </a:cubicBezTo>
                  <a:lnTo>
                    <a:pt x="93" y="483"/>
                  </a:lnTo>
                  <a:cubicBezTo>
                    <a:pt x="70" y="552"/>
                    <a:pt x="47" y="609"/>
                    <a:pt x="24" y="678"/>
                  </a:cubicBezTo>
                  <a:cubicBezTo>
                    <a:pt x="12" y="690"/>
                    <a:pt x="1" y="713"/>
                    <a:pt x="1" y="735"/>
                  </a:cubicBezTo>
                  <a:lnTo>
                    <a:pt x="1791" y="735"/>
                  </a:lnTo>
                  <a:cubicBezTo>
                    <a:pt x="1791" y="735"/>
                    <a:pt x="1791" y="724"/>
                    <a:pt x="1791" y="724"/>
                  </a:cubicBezTo>
                  <a:cubicBezTo>
                    <a:pt x="1803" y="701"/>
                    <a:pt x="1814" y="690"/>
                    <a:pt x="1837" y="667"/>
                  </a:cubicBezTo>
                  <a:cubicBezTo>
                    <a:pt x="1849" y="655"/>
                    <a:pt x="1872" y="621"/>
                    <a:pt x="1883" y="598"/>
                  </a:cubicBezTo>
                  <a:lnTo>
                    <a:pt x="1895" y="586"/>
                  </a:lnTo>
                  <a:cubicBezTo>
                    <a:pt x="2044" y="391"/>
                    <a:pt x="2216" y="219"/>
                    <a:pt x="2400" y="81"/>
                  </a:cubicBezTo>
                  <a:cubicBezTo>
                    <a:pt x="2434" y="47"/>
                    <a:pt x="2469" y="24"/>
                    <a:pt x="2514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11;p58"/>
            <p:cNvSpPr/>
            <p:nvPr/>
          </p:nvSpPr>
          <p:spPr>
            <a:xfrm>
              <a:off x="1065635" y="625466"/>
              <a:ext cx="3811" cy="4395"/>
            </a:xfrm>
            <a:custGeom>
              <a:avLst/>
              <a:gdLst/>
              <a:ahLst/>
              <a:cxnLst/>
              <a:rect l="l" t="t" r="r" b="b"/>
              <a:pathLst>
                <a:path w="150" h="173" extrusionOk="0">
                  <a:moveTo>
                    <a:pt x="1" y="0"/>
                  </a:moveTo>
                  <a:cubicBezTo>
                    <a:pt x="21" y="26"/>
                    <a:pt x="44" y="52"/>
                    <a:pt x="67" y="77"/>
                  </a:cubicBezTo>
                  <a:lnTo>
                    <a:pt x="67" y="77"/>
                  </a:lnTo>
                  <a:cubicBezTo>
                    <a:pt x="44" y="49"/>
                    <a:pt x="22" y="22"/>
                    <a:pt x="1" y="0"/>
                  </a:cubicBezTo>
                  <a:close/>
                  <a:moveTo>
                    <a:pt x="67" y="77"/>
                  </a:moveTo>
                  <a:cubicBezTo>
                    <a:pt x="93" y="109"/>
                    <a:pt x="120" y="142"/>
                    <a:pt x="150" y="172"/>
                  </a:cubicBezTo>
                  <a:cubicBezTo>
                    <a:pt x="124" y="141"/>
                    <a:pt x="96" y="109"/>
                    <a:pt x="67" y="77"/>
                  </a:cubicBezTo>
                  <a:close/>
                </a:path>
              </a:pathLst>
            </a:custGeom>
            <a:solidFill>
              <a:srgbClr val="DA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12;p58"/>
            <p:cNvSpPr/>
            <p:nvPr/>
          </p:nvSpPr>
          <p:spPr>
            <a:xfrm>
              <a:off x="1110254" y="616700"/>
              <a:ext cx="915" cy="1499"/>
            </a:xfrm>
            <a:custGeom>
              <a:avLst/>
              <a:gdLst/>
              <a:ahLst/>
              <a:cxnLst/>
              <a:rect l="l" t="t" r="r" b="b"/>
              <a:pathLst>
                <a:path w="36" h="59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24"/>
                    <a:pt x="24" y="47"/>
                    <a:pt x="35" y="58"/>
                  </a:cubicBezTo>
                  <a:cubicBezTo>
                    <a:pt x="24" y="47"/>
                    <a:pt x="12" y="24"/>
                    <a:pt x="1" y="1"/>
                  </a:cubicBezTo>
                  <a:close/>
                </a:path>
              </a:pathLst>
            </a:custGeom>
            <a:solidFill>
              <a:srgbClr val="DA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13;p58"/>
            <p:cNvSpPr/>
            <p:nvPr/>
          </p:nvSpPr>
          <p:spPr>
            <a:xfrm>
              <a:off x="1055141" y="616700"/>
              <a:ext cx="9935" cy="8207"/>
            </a:xfrm>
            <a:custGeom>
              <a:avLst/>
              <a:gdLst/>
              <a:ahLst/>
              <a:cxnLst/>
              <a:rect l="l" t="t" r="r" b="b"/>
              <a:pathLst>
                <a:path w="391" h="323" extrusionOk="0">
                  <a:moveTo>
                    <a:pt x="0" y="1"/>
                  </a:moveTo>
                  <a:cubicBezTo>
                    <a:pt x="138" y="104"/>
                    <a:pt x="276" y="208"/>
                    <a:pt x="391" y="322"/>
                  </a:cubicBezTo>
                  <a:cubicBezTo>
                    <a:pt x="276" y="208"/>
                    <a:pt x="138" y="104"/>
                    <a:pt x="0" y="1"/>
                  </a:cubicBezTo>
                  <a:close/>
                </a:path>
              </a:pathLst>
            </a:custGeom>
            <a:solidFill>
              <a:srgbClr val="DA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14;p58"/>
            <p:cNvSpPr/>
            <p:nvPr/>
          </p:nvSpPr>
          <p:spPr>
            <a:xfrm>
              <a:off x="1069726" y="630421"/>
              <a:ext cx="3811" cy="4980"/>
            </a:xfrm>
            <a:custGeom>
              <a:avLst/>
              <a:gdLst/>
              <a:ahLst/>
              <a:cxnLst/>
              <a:rect l="l" t="t" r="r" b="b"/>
              <a:pathLst>
                <a:path w="150" h="196" extrusionOk="0">
                  <a:moveTo>
                    <a:pt x="150" y="195"/>
                  </a:moveTo>
                  <a:cubicBezTo>
                    <a:pt x="104" y="127"/>
                    <a:pt x="58" y="69"/>
                    <a:pt x="0" y="0"/>
                  </a:cubicBezTo>
                  <a:cubicBezTo>
                    <a:pt x="58" y="69"/>
                    <a:pt x="104" y="127"/>
                    <a:pt x="150" y="195"/>
                  </a:cubicBezTo>
                  <a:close/>
                </a:path>
              </a:pathLst>
            </a:custGeom>
            <a:solidFill>
              <a:srgbClr val="DA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15;p58"/>
            <p:cNvSpPr/>
            <p:nvPr/>
          </p:nvSpPr>
          <p:spPr>
            <a:xfrm>
              <a:off x="1055142" y="616696"/>
              <a:ext cx="70005" cy="54002"/>
            </a:xfrm>
            <a:custGeom>
              <a:avLst/>
              <a:gdLst/>
              <a:ahLst/>
              <a:cxnLst/>
              <a:rect l="l" t="t" r="r" b="b"/>
              <a:pathLst>
                <a:path w="2755" h="2125" extrusionOk="0">
                  <a:moveTo>
                    <a:pt x="0" y="1"/>
                  </a:moveTo>
                  <a:cubicBezTo>
                    <a:pt x="138" y="104"/>
                    <a:pt x="276" y="208"/>
                    <a:pt x="391" y="322"/>
                  </a:cubicBezTo>
                  <a:lnTo>
                    <a:pt x="402" y="345"/>
                  </a:lnTo>
                  <a:cubicBezTo>
                    <a:pt x="460" y="391"/>
                    <a:pt x="505" y="460"/>
                    <a:pt x="563" y="517"/>
                  </a:cubicBezTo>
                  <a:lnTo>
                    <a:pt x="586" y="540"/>
                  </a:lnTo>
                  <a:cubicBezTo>
                    <a:pt x="632" y="609"/>
                    <a:pt x="678" y="667"/>
                    <a:pt x="724" y="735"/>
                  </a:cubicBezTo>
                  <a:cubicBezTo>
                    <a:pt x="999" y="1149"/>
                    <a:pt x="1137" y="1631"/>
                    <a:pt x="1137" y="2124"/>
                  </a:cubicBezTo>
                  <a:lnTo>
                    <a:pt x="2755" y="2124"/>
                  </a:lnTo>
                  <a:cubicBezTo>
                    <a:pt x="2755" y="1654"/>
                    <a:pt x="2675" y="1183"/>
                    <a:pt x="2514" y="735"/>
                  </a:cubicBezTo>
                  <a:cubicBezTo>
                    <a:pt x="2491" y="644"/>
                    <a:pt x="2457" y="563"/>
                    <a:pt x="2411" y="483"/>
                  </a:cubicBezTo>
                  <a:cubicBezTo>
                    <a:pt x="2399" y="449"/>
                    <a:pt x="2388" y="426"/>
                    <a:pt x="2376" y="403"/>
                  </a:cubicBezTo>
                  <a:cubicBezTo>
                    <a:pt x="2353" y="334"/>
                    <a:pt x="2319" y="265"/>
                    <a:pt x="2284" y="208"/>
                  </a:cubicBezTo>
                  <a:cubicBezTo>
                    <a:pt x="2250" y="139"/>
                    <a:pt x="2227" y="104"/>
                    <a:pt x="2204" y="58"/>
                  </a:cubicBezTo>
                  <a:cubicBezTo>
                    <a:pt x="2193" y="47"/>
                    <a:pt x="2181" y="24"/>
                    <a:pt x="2170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16;p58"/>
            <p:cNvSpPr/>
            <p:nvPr/>
          </p:nvSpPr>
          <p:spPr>
            <a:xfrm>
              <a:off x="926519" y="616700"/>
              <a:ext cx="1194" cy="2083"/>
            </a:xfrm>
            <a:custGeom>
              <a:avLst/>
              <a:gdLst/>
              <a:ahLst/>
              <a:cxnLst/>
              <a:rect l="l" t="t" r="r" b="b"/>
              <a:pathLst>
                <a:path w="47" h="82" extrusionOk="0">
                  <a:moveTo>
                    <a:pt x="47" y="1"/>
                  </a:moveTo>
                  <a:lnTo>
                    <a:pt x="1" y="81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rgbClr val="5C5C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17;p58"/>
            <p:cNvSpPr/>
            <p:nvPr/>
          </p:nvSpPr>
          <p:spPr>
            <a:xfrm>
              <a:off x="980183" y="616700"/>
              <a:ext cx="2668" cy="2083"/>
            </a:xfrm>
            <a:custGeom>
              <a:avLst/>
              <a:gdLst/>
              <a:ahLst/>
              <a:cxnLst/>
              <a:rect l="l" t="t" r="r" b="b"/>
              <a:pathLst>
                <a:path w="105" h="82" extrusionOk="0">
                  <a:moveTo>
                    <a:pt x="104" y="1"/>
                  </a:moveTo>
                  <a:cubicBezTo>
                    <a:pt x="70" y="24"/>
                    <a:pt x="35" y="47"/>
                    <a:pt x="1" y="81"/>
                  </a:cubicBezTo>
                  <a:cubicBezTo>
                    <a:pt x="35" y="47"/>
                    <a:pt x="70" y="24"/>
                    <a:pt x="104" y="1"/>
                  </a:cubicBezTo>
                  <a:close/>
                </a:path>
              </a:pathLst>
            </a:custGeom>
            <a:solidFill>
              <a:srgbClr val="5C5C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18;p58"/>
            <p:cNvSpPr/>
            <p:nvPr/>
          </p:nvSpPr>
          <p:spPr>
            <a:xfrm>
              <a:off x="585043" y="564612"/>
              <a:ext cx="197741" cy="106076"/>
            </a:xfrm>
            <a:custGeom>
              <a:avLst/>
              <a:gdLst/>
              <a:ahLst/>
              <a:cxnLst/>
              <a:rect l="l" t="t" r="r" b="b"/>
              <a:pathLst>
                <a:path w="7782" h="4175" extrusionOk="0">
                  <a:moveTo>
                    <a:pt x="3607" y="0"/>
                  </a:moveTo>
                  <a:cubicBezTo>
                    <a:pt x="2153" y="0"/>
                    <a:pt x="763" y="768"/>
                    <a:pt x="0" y="2074"/>
                  </a:cubicBezTo>
                  <a:lnTo>
                    <a:pt x="2146" y="2074"/>
                  </a:lnTo>
                  <a:cubicBezTo>
                    <a:pt x="2571" y="1775"/>
                    <a:pt x="3087" y="1615"/>
                    <a:pt x="3615" y="1615"/>
                  </a:cubicBezTo>
                  <a:cubicBezTo>
                    <a:pt x="5027" y="1626"/>
                    <a:pt x="6163" y="2763"/>
                    <a:pt x="6163" y="4174"/>
                  </a:cubicBezTo>
                  <a:lnTo>
                    <a:pt x="7782" y="4174"/>
                  </a:lnTo>
                  <a:cubicBezTo>
                    <a:pt x="7782" y="2292"/>
                    <a:pt x="6519" y="639"/>
                    <a:pt x="4694" y="146"/>
                  </a:cubicBezTo>
                  <a:cubicBezTo>
                    <a:pt x="4334" y="48"/>
                    <a:pt x="3969" y="0"/>
                    <a:pt x="360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19;p58"/>
            <p:cNvSpPr/>
            <p:nvPr/>
          </p:nvSpPr>
          <p:spPr>
            <a:xfrm>
              <a:off x="1288449" y="710331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C737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20;p58"/>
            <p:cNvSpPr/>
            <p:nvPr/>
          </p:nvSpPr>
          <p:spPr>
            <a:xfrm>
              <a:off x="1084006" y="670668"/>
              <a:ext cx="197766" cy="106076"/>
            </a:xfrm>
            <a:custGeom>
              <a:avLst/>
              <a:gdLst/>
              <a:ahLst/>
              <a:cxnLst/>
              <a:rect l="l" t="t" r="r" b="b"/>
              <a:pathLst>
                <a:path w="7783" h="4175" extrusionOk="0">
                  <a:moveTo>
                    <a:pt x="5659" y="2089"/>
                  </a:moveTo>
                  <a:lnTo>
                    <a:pt x="5625" y="2101"/>
                  </a:lnTo>
                  <a:lnTo>
                    <a:pt x="5643" y="2101"/>
                  </a:lnTo>
                  <a:cubicBezTo>
                    <a:pt x="5648" y="2097"/>
                    <a:pt x="5654" y="2093"/>
                    <a:pt x="5659" y="2089"/>
                  </a:cubicBezTo>
                  <a:close/>
                  <a:moveTo>
                    <a:pt x="1" y="0"/>
                  </a:moveTo>
                  <a:cubicBezTo>
                    <a:pt x="1" y="1894"/>
                    <a:pt x="1263" y="3547"/>
                    <a:pt x="3088" y="4029"/>
                  </a:cubicBezTo>
                  <a:cubicBezTo>
                    <a:pt x="3451" y="4127"/>
                    <a:pt x="3817" y="4174"/>
                    <a:pt x="4179" y="4174"/>
                  </a:cubicBezTo>
                  <a:cubicBezTo>
                    <a:pt x="5637" y="4174"/>
                    <a:pt x="7019" y="3406"/>
                    <a:pt x="7782" y="2101"/>
                  </a:cubicBezTo>
                  <a:lnTo>
                    <a:pt x="5643" y="2101"/>
                  </a:lnTo>
                  <a:cubicBezTo>
                    <a:pt x="5210" y="2403"/>
                    <a:pt x="4700" y="2560"/>
                    <a:pt x="4178" y="2560"/>
                  </a:cubicBezTo>
                  <a:cubicBezTo>
                    <a:pt x="2767" y="2560"/>
                    <a:pt x="1619" y="1412"/>
                    <a:pt x="161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21;p58"/>
            <p:cNvSpPr/>
            <p:nvPr/>
          </p:nvSpPr>
          <p:spPr>
            <a:xfrm>
              <a:off x="946364" y="710331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69B9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22;p58"/>
            <p:cNvSpPr/>
            <p:nvPr/>
          </p:nvSpPr>
          <p:spPr>
            <a:xfrm>
              <a:off x="741920" y="670668"/>
              <a:ext cx="197766" cy="106076"/>
            </a:xfrm>
            <a:custGeom>
              <a:avLst/>
              <a:gdLst/>
              <a:ahLst/>
              <a:cxnLst/>
              <a:rect l="l" t="t" r="r" b="b"/>
              <a:pathLst>
                <a:path w="7783" h="4175" extrusionOk="0">
                  <a:moveTo>
                    <a:pt x="5648" y="2089"/>
                  </a:moveTo>
                  <a:lnTo>
                    <a:pt x="5625" y="2101"/>
                  </a:lnTo>
                  <a:lnTo>
                    <a:pt x="5632" y="2101"/>
                  </a:lnTo>
                  <a:cubicBezTo>
                    <a:pt x="5637" y="2097"/>
                    <a:pt x="5642" y="2093"/>
                    <a:pt x="5648" y="2089"/>
                  </a:cubicBezTo>
                  <a:close/>
                  <a:moveTo>
                    <a:pt x="1" y="0"/>
                  </a:moveTo>
                  <a:cubicBezTo>
                    <a:pt x="1" y="1894"/>
                    <a:pt x="1263" y="3547"/>
                    <a:pt x="3088" y="4029"/>
                  </a:cubicBezTo>
                  <a:cubicBezTo>
                    <a:pt x="3449" y="4127"/>
                    <a:pt x="3814" y="4174"/>
                    <a:pt x="4175" y="4174"/>
                  </a:cubicBezTo>
                  <a:cubicBezTo>
                    <a:pt x="5630" y="4174"/>
                    <a:pt x="7019" y="3406"/>
                    <a:pt x="7782" y="2101"/>
                  </a:cubicBezTo>
                  <a:lnTo>
                    <a:pt x="5632" y="2101"/>
                  </a:lnTo>
                  <a:cubicBezTo>
                    <a:pt x="5210" y="2403"/>
                    <a:pt x="4700" y="2560"/>
                    <a:pt x="4167" y="2560"/>
                  </a:cubicBezTo>
                  <a:cubicBezTo>
                    <a:pt x="2755" y="2560"/>
                    <a:pt x="1619" y="1412"/>
                    <a:pt x="160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23;p58"/>
            <p:cNvSpPr/>
            <p:nvPr/>
          </p:nvSpPr>
          <p:spPr>
            <a:xfrm>
              <a:off x="1425812" y="670668"/>
              <a:ext cx="198046" cy="106330"/>
            </a:xfrm>
            <a:custGeom>
              <a:avLst/>
              <a:gdLst/>
              <a:ahLst/>
              <a:cxnLst/>
              <a:rect l="l" t="t" r="r" b="b"/>
              <a:pathLst>
                <a:path w="7794" h="4185" extrusionOk="0">
                  <a:moveTo>
                    <a:pt x="12" y="0"/>
                  </a:moveTo>
                  <a:cubicBezTo>
                    <a:pt x="0" y="1894"/>
                    <a:pt x="1274" y="3547"/>
                    <a:pt x="3099" y="4040"/>
                  </a:cubicBezTo>
                  <a:cubicBezTo>
                    <a:pt x="3459" y="4138"/>
                    <a:pt x="3823" y="4184"/>
                    <a:pt x="4183" y="4184"/>
                  </a:cubicBezTo>
                  <a:cubicBezTo>
                    <a:pt x="5646" y="4184"/>
                    <a:pt x="7038" y="3409"/>
                    <a:pt x="7793" y="2101"/>
                  </a:cubicBezTo>
                  <a:lnTo>
                    <a:pt x="5647" y="2101"/>
                  </a:lnTo>
                  <a:cubicBezTo>
                    <a:pt x="5222" y="2399"/>
                    <a:pt x="4706" y="2560"/>
                    <a:pt x="4189" y="2560"/>
                  </a:cubicBezTo>
                  <a:cubicBezTo>
                    <a:pt x="2778" y="2560"/>
                    <a:pt x="1630" y="1412"/>
                    <a:pt x="163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24;p58"/>
            <p:cNvSpPr/>
            <p:nvPr/>
          </p:nvSpPr>
          <p:spPr>
            <a:xfrm>
              <a:off x="1629646" y="711500"/>
              <a:ext cx="610" cy="1474"/>
            </a:xfrm>
            <a:custGeom>
              <a:avLst/>
              <a:gdLst/>
              <a:ahLst/>
              <a:cxnLst/>
              <a:rect l="l" t="t" r="r" b="b"/>
              <a:pathLst>
                <a:path w="24" h="58" extrusionOk="0">
                  <a:moveTo>
                    <a:pt x="24" y="0"/>
                  </a:moveTo>
                  <a:cubicBezTo>
                    <a:pt x="12" y="23"/>
                    <a:pt x="1" y="34"/>
                    <a:pt x="1" y="57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63A9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25;p58"/>
            <p:cNvSpPr/>
            <p:nvPr/>
          </p:nvSpPr>
          <p:spPr>
            <a:xfrm>
              <a:off x="1768177" y="670668"/>
              <a:ext cx="211157" cy="106254"/>
            </a:xfrm>
            <a:custGeom>
              <a:avLst/>
              <a:gdLst/>
              <a:ahLst/>
              <a:cxnLst/>
              <a:rect l="l" t="t" r="r" b="b"/>
              <a:pathLst>
                <a:path w="8310" h="4182" extrusionOk="0">
                  <a:moveTo>
                    <a:pt x="12" y="0"/>
                  </a:moveTo>
                  <a:cubicBezTo>
                    <a:pt x="0" y="2032"/>
                    <a:pt x="1470" y="3776"/>
                    <a:pt x="3478" y="4121"/>
                  </a:cubicBezTo>
                  <a:cubicBezTo>
                    <a:pt x="3715" y="4161"/>
                    <a:pt x="3952" y="4181"/>
                    <a:pt x="4186" y="4181"/>
                  </a:cubicBezTo>
                  <a:cubicBezTo>
                    <a:pt x="5923" y="4181"/>
                    <a:pt x="7518" y="3089"/>
                    <a:pt x="8115" y="1400"/>
                  </a:cubicBezTo>
                  <a:cubicBezTo>
                    <a:pt x="8161" y="1263"/>
                    <a:pt x="8195" y="1136"/>
                    <a:pt x="8230" y="1010"/>
                  </a:cubicBezTo>
                  <a:cubicBezTo>
                    <a:pt x="8310" y="700"/>
                    <a:pt x="8207" y="379"/>
                    <a:pt x="7954" y="184"/>
                  </a:cubicBezTo>
                  <a:cubicBezTo>
                    <a:pt x="7804" y="61"/>
                    <a:pt x="7626" y="3"/>
                    <a:pt x="7451" y="3"/>
                  </a:cubicBezTo>
                  <a:cubicBezTo>
                    <a:pt x="7105" y="3"/>
                    <a:pt x="6768" y="227"/>
                    <a:pt x="6669" y="609"/>
                  </a:cubicBezTo>
                  <a:cubicBezTo>
                    <a:pt x="6383" y="1762"/>
                    <a:pt x="5346" y="2554"/>
                    <a:pt x="4179" y="2554"/>
                  </a:cubicBezTo>
                  <a:cubicBezTo>
                    <a:pt x="4080" y="2554"/>
                    <a:pt x="3980" y="2548"/>
                    <a:pt x="3880" y="2537"/>
                  </a:cubicBezTo>
                  <a:cubicBezTo>
                    <a:pt x="2594" y="2387"/>
                    <a:pt x="1630" y="1297"/>
                    <a:pt x="161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26;p58"/>
            <p:cNvSpPr/>
            <p:nvPr/>
          </p:nvSpPr>
          <p:spPr>
            <a:xfrm>
              <a:off x="576505" y="617292"/>
              <a:ext cx="63011" cy="18116"/>
            </a:xfrm>
            <a:custGeom>
              <a:avLst/>
              <a:gdLst/>
              <a:ahLst/>
              <a:cxnLst/>
              <a:rect l="l" t="t" r="r" b="b"/>
              <a:pathLst>
                <a:path w="2480" h="689" extrusionOk="0">
                  <a:moveTo>
                    <a:pt x="333" y="0"/>
                  </a:moveTo>
                  <a:cubicBezTo>
                    <a:pt x="322" y="0"/>
                    <a:pt x="322" y="12"/>
                    <a:pt x="310" y="23"/>
                  </a:cubicBezTo>
                  <a:cubicBezTo>
                    <a:pt x="253" y="127"/>
                    <a:pt x="195" y="230"/>
                    <a:pt x="149" y="333"/>
                  </a:cubicBezTo>
                  <a:cubicBezTo>
                    <a:pt x="126" y="391"/>
                    <a:pt x="104" y="448"/>
                    <a:pt x="69" y="517"/>
                  </a:cubicBezTo>
                  <a:cubicBezTo>
                    <a:pt x="46" y="574"/>
                    <a:pt x="23" y="632"/>
                    <a:pt x="0" y="689"/>
                  </a:cubicBezTo>
                  <a:lnTo>
                    <a:pt x="1802" y="689"/>
                  </a:lnTo>
                  <a:cubicBezTo>
                    <a:pt x="1928" y="482"/>
                    <a:pt x="2101" y="299"/>
                    <a:pt x="2284" y="150"/>
                  </a:cubicBezTo>
                  <a:cubicBezTo>
                    <a:pt x="2353" y="92"/>
                    <a:pt x="2410" y="46"/>
                    <a:pt x="2479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27;p58"/>
            <p:cNvSpPr/>
            <p:nvPr/>
          </p:nvSpPr>
          <p:spPr>
            <a:xfrm>
              <a:off x="1569857" y="705656"/>
              <a:ext cx="63017" cy="18116"/>
            </a:xfrm>
            <a:custGeom>
              <a:avLst/>
              <a:gdLst/>
              <a:ahLst/>
              <a:cxnLst/>
              <a:rect l="l" t="t" r="r" b="b"/>
              <a:pathLst>
                <a:path w="2480" h="713" extrusionOk="0">
                  <a:moveTo>
                    <a:pt x="667" y="0"/>
                  </a:moveTo>
                  <a:lnTo>
                    <a:pt x="667" y="23"/>
                  </a:lnTo>
                  <a:cubicBezTo>
                    <a:pt x="575" y="150"/>
                    <a:pt x="471" y="287"/>
                    <a:pt x="368" y="402"/>
                  </a:cubicBezTo>
                  <a:cubicBezTo>
                    <a:pt x="311" y="460"/>
                    <a:pt x="253" y="517"/>
                    <a:pt x="184" y="563"/>
                  </a:cubicBezTo>
                  <a:cubicBezTo>
                    <a:pt x="127" y="620"/>
                    <a:pt x="58" y="666"/>
                    <a:pt x="1" y="712"/>
                  </a:cubicBezTo>
                  <a:lnTo>
                    <a:pt x="2147" y="712"/>
                  </a:lnTo>
                  <a:cubicBezTo>
                    <a:pt x="2182" y="643"/>
                    <a:pt x="2216" y="586"/>
                    <a:pt x="2250" y="528"/>
                  </a:cubicBezTo>
                  <a:cubicBezTo>
                    <a:pt x="2262" y="494"/>
                    <a:pt x="2273" y="471"/>
                    <a:pt x="2285" y="437"/>
                  </a:cubicBezTo>
                  <a:cubicBezTo>
                    <a:pt x="2319" y="391"/>
                    <a:pt x="2342" y="333"/>
                    <a:pt x="2365" y="276"/>
                  </a:cubicBezTo>
                  <a:lnTo>
                    <a:pt x="2388" y="219"/>
                  </a:lnTo>
                  <a:cubicBezTo>
                    <a:pt x="2423" y="150"/>
                    <a:pt x="2446" y="81"/>
                    <a:pt x="2480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342;p40"/>
          <p:cNvSpPr/>
          <p:nvPr/>
        </p:nvSpPr>
        <p:spPr>
          <a:xfrm>
            <a:off x="3952475" y="1394332"/>
            <a:ext cx="3135900" cy="1167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dirty="0"/>
          </a:p>
        </p:txBody>
      </p:sp>
      <p:sp>
        <p:nvSpPr>
          <p:cNvPr id="344" name="Google Shape;344;p40"/>
          <p:cNvSpPr txBox="1">
            <a:spLocks noGrp="1"/>
          </p:cNvSpPr>
          <p:nvPr>
            <p:ph type="ctrTitle"/>
          </p:nvPr>
        </p:nvSpPr>
        <p:spPr>
          <a:xfrm rot="5400000">
            <a:off x="6341560" y="2603748"/>
            <a:ext cx="4056069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dirty="0" smtClean="0"/>
              <a:t>LuxeStay</a:t>
            </a:r>
            <a:endParaRPr sz="4000" dirty="0"/>
          </a:p>
        </p:txBody>
      </p:sp>
      <p:sp>
        <p:nvSpPr>
          <p:cNvPr id="21" name="Google Shape;346;p40"/>
          <p:cNvSpPr txBox="1">
            <a:spLocks/>
          </p:cNvSpPr>
          <p:nvPr/>
        </p:nvSpPr>
        <p:spPr>
          <a:xfrm>
            <a:off x="4127277" y="1762996"/>
            <a:ext cx="28302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vvic"/>
              <a:buNone/>
              <a:defRPr sz="24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vvic"/>
              <a:buNone/>
              <a:defRPr sz="30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algn="ctr"/>
            <a:r>
              <a:rPr lang="en-US" dirty="0" smtClean="0">
                <a:solidFill>
                  <a:srgbClr val="FFFFFF"/>
                </a:solidFill>
              </a:rPr>
              <a:t>Enhancements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lt1"/>
                </a:solidFill>
              </a:rPr>
              <a:t> </a:t>
            </a:r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78" name="Google Shape;5489;p63"/>
          <p:cNvGrpSpPr/>
          <p:nvPr/>
        </p:nvGrpSpPr>
        <p:grpSpPr>
          <a:xfrm>
            <a:off x="1739832" y="784892"/>
            <a:ext cx="320633" cy="348100"/>
            <a:chOff x="4007193" y="1512727"/>
            <a:chExt cx="320633" cy="348100"/>
          </a:xfrm>
          <a:solidFill>
            <a:schemeClr val="bg1"/>
          </a:solidFill>
        </p:grpSpPr>
        <p:sp>
          <p:nvSpPr>
            <p:cNvPr id="79" name="Google Shape;5490;p63"/>
            <p:cNvSpPr/>
            <p:nvPr/>
          </p:nvSpPr>
          <p:spPr>
            <a:xfrm>
              <a:off x="4177695" y="1512727"/>
              <a:ext cx="143732" cy="153109"/>
            </a:xfrm>
            <a:custGeom>
              <a:avLst/>
              <a:gdLst/>
              <a:ahLst/>
              <a:cxnLst/>
              <a:rect l="l" t="t" r="r" b="b"/>
              <a:pathLst>
                <a:path w="4537" h="4833" extrusionOk="0">
                  <a:moveTo>
                    <a:pt x="2359" y="1"/>
                  </a:moveTo>
                  <a:cubicBezTo>
                    <a:pt x="2213" y="1"/>
                    <a:pt x="2065" y="16"/>
                    <a:pt x="1917" y="46"/>
                  </a:cubicBezTo>
                  <a:cubicBezTo>
                    <a:pt x="1346" y="165"/>
                    <a:pt x="846" y="498"/>
                    <a:pt x="524" y="987"/>
                  </a:cubicBezTo>
                  <a:cubicBezTo>
                    <a:pt x="0" y="1761"/>
                    <a:pt x="36" y="2773"/>
                    <a:pt x="584" y="3523"/>
                  </a:cubicBezTo>
                  <a:lnTo>
                    <a:pt x="536" y="4666"/>
                  </a:lnTo>
                  <a:cubicBezTo>
                    <a:pt x="536" y="4725"/>
                    <a:pt x="572" y="4773"/>
                    <a:pt x="607" y="4797"/>
                  </a:cubicBezTo>
                  <a:cubicBezTo>
                    <a:pt x="643" y="4809"/>
                    <a:pt x="667" y="4832"/>
                    <a:pt x="703" y="4832"/>
                  </a:cubicBezTo>
                  <a:cubicBezTo>
                    <a:pt x="727" y="4832"/>
                    <a:pt x="750" y="4832"/>
                    <a:pt x="774" y="4809"/>
                  </a:cubicBezTo>
                  <a:lnTo>
                    <a:pt x="1822" y="4332"/>
                  </a:lnTo>
                  <a:cubicBezTo>
                    <a:pt x="2006" y="4381"/>
                    <a:pt x="2191" y="4404"/>
                    <a:pt x="2373" y="4404"/>
                  </a:cubicBezTo>
                  <a:cubicBezTo>
                    <a:pt x="3091" y="4404"/>
                    <a:pt x="3771" y="4044"/>
                    <a:pt x="4179" y="3427"/>
                  </a:cubicBezTo>
                  <a:cubicBezTo>
                    <a:pt x="4382" y="3142"/>
                    <a:pt x="4501" y="2832"/>
                    <a:pt x="4537" y="2487"/>
                  </a:cubicBezTo>
                  <a:cubicBezTo>
                    <a:pt x="4525" y="2392"/>
                    <a:pt x="4453" y="2320"/>
                    <a:pt x="4382" y="2296"/>
                  </a:cubicBezTo>
                  <a:cubicBezTo>
                    <a:pt x="4374" y="2295"/>
                    <a:pt x="4366" y="2295"/>
                    <a:pt x="4358" y="2295"/>
                  </a:cubicBezTo>
                  <a:cubicBezTo>
                    <a:pt x="4275" y="2295"/>
                    <a:pt x="4214" y="2352"/>
                    <a:pt x="4203" y="2439"/>
                  </a:cubicBezTo>
                  <a:cubicBezTo>
                    <a:pt x="4156" y="2713"/>
                    <a:pt x="4072" y="2987"/>
                    <a:pt x="3906" y="3237"/>
                  </a:cubicBezTo>
                  <a:cubicBezTo>
                    <a:pt x="3554" y="3774"/>
                    <a:pt x="2971" y="4074"/>
                    <a:pt x="2360" y="4074"/>
                  </a:cubicBezTo>
                  <a:cubicBezTo>
                    <a:pt x="2185" y="4074"/>
                    <a:pt x="2008" y="4049"/>
                    <a:pt x="1834" y="3999"/>
                  </a:cubicBezTo>
                  <a:cubicBezTo>
                    <a:pt x="1814" y="3994"/>
                    <a:pt x="1798" y="3991"/>
                    <a:pt x="1784" y="3991"/>
                  </a:cubicBezTo>
                  <a:cubicBezTo>
                    <a:pt x="1762" y="3991"/>
                    <a:pt x="1743" y="3997"/>
                    <a:pt x="1715" y="4011"/>
                  </a:cubicBezTo>
                  <a:lnTo>
                    <a:pt x="869" y="4416"/>
                  </a:lnTo>
                  <a:lnTo>
                    <a:pt x="905" y="3475"/>
                  </a:lnTo>
                  <a:cubicBezTo>
                    <a:pt x="905" y="3427"/>
                    <a:pt x="893" y="3404"/>
                    <a:pt x="881" y="3368"/>
                  </a:cubicBezTo>
                  <a:cubicBezTo>
                    <a:pt x="369" y="2737"/>
                    <a:pt x="346" y="1856"/>
                    <a:pt x="786" y="1165"/>
                  </a:cubicBezTo>
                  <a:cubicBezTo>
                    <a:pt x="1072" y="748"/>
                    <a:pt x="1489" y="475"/>
                    <a:pt x="1977" y="379"/>
                  </a:cubicBezTo>
                  <a:cubicBezTo>
                    <a:pt x="2104" y="352"/>
                    <a:pt x="2231" y="339"/>
                    <a:pt x="2357" y="339"/>
                  </a:cubicBezTo>
                  <a:cubicBezTo>
                    <a:pt x="2721" y="339"/>
                    <a:pt x="3071" y="452"/>
                    <a:pt x="3382" y="665"/>
                  </a:cubicBezTo>
                  <a:cubicBezTo>
                    <a:pt x="3798" y="939"/>
                    <a:pt x="4084" y="1380"/>
                    <a:pt x="4179" y="1868"/>
                  </a:cubicBezTo>
                  <a:cubicBezTo>
                    <a:pt x="4200" y="1949"/>
                    <a:pt x="4263" y="2004"/>
                    <a:pt x="4340" y="2004"/>
                  </a:cubicBezTo>
                  <a:cubicBezTo>
                    <a:pt x="4354" y="2004"/>
                    <a:pt x="4368" y="2002"/>
                    <a:pt x="4382" y="1999"/>
                  </a:cubicBezTo>
                  <a:cubicBezTo>
                    <a:pt x="4465" y="1987"/>
                    <a:pt x="4525" y="1903"/>
                    <a:pt x="4513" y="1808"/>
                  </a:cubicBezTo>
                  <a:cubicBezTo>
                    <a:pt x="4406" y="1225"/>
                    <a:pt x="4060" y="725"/>
                    <a:pt x="3572" y="379"/>
                  </a:cubicBezTo>
                  <a:cubicBezTo>
                    <a:pt x="3208" y="130"/>
                    <a:pt x="2790" y="1"/>
                    <a:pt x="2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5491;p63"/>
            <p:cNvSpPr/>
            <p:nvPr/>
          </p:nvSpPr>
          <p:spPr>
            <a:xfrm>
              <a:off x="4214666" y="1543583"/>
              <a:ext cx="77711" cy="77363"/>
            </a:xfrm>
            <a:custGeom>
              <a:avLst/>
              <a:gdLst/>
              <a:ahLst/>
              <a:cxnLst/>
              <a:rect l="l" t="t" r="r" b="b"/>
              <a:pathLst>
                <a:path w="2453" h="2442" extrusionOk="0">
                  <a:moveTo>
                    <a:pt x="1072" y="346"/>
                  </a:moveTo>
                  <a:lnTo>
                    <a:pt x="1072" y="1239"/>
                  </a:lnTo>
                  <a:cubicBezTo>
                    <a:pt x="1072" y="1322"/>
                    <a:pt x="1143" y="1406"/>
                    <a:pt x="1238" y="1406"/>
                  </a:cubicBezTo>
                  <a:lnTo>
                    <a:pt x="2131" y="1406"/>
                  </a:lnTo>
                  <a:cubicBezTo>
                    <a:pt x="2048" y="1822"/>
                    <a:pt x="1679" y="2144"/>
                    <a:pt x="1238" y="2144"/>
                  </a:cubicBezTo>
                  <a:cubicBezTo>
                    <a:pt x="726" y="2144"/>
                    <a:pt x="322" y="1739"/>
                    <a:pt x="322" y="1239"/>
                  </a:cubicBezTo>
                  <a:cubicBezTo>
                    <a:pt x="322" y="787"/>
                    <a:pt x="655" y="417"/>
                    <a:pt x="1072" y="346"/>
                  </a:cubicBezTo>
                  <a:close/>
                  <a:moveTo>
                    <a:pt x="1215" y="1"/>
                  </a:moveTo>
                  <a:cubicBezTo>
                    <a:pt x="548" y="1"/>
                    <a:pt x="0" y="548"/>
                    <a:pt x="0" y="1215"/>
                  </a:cubicBezTo>
                  <a:cubicBezTo>
                    <a:pt x="0" y="1894"/>
                    <a:pt x="548" y="2441"/>
                    <a:pt x="1215" y="2441"/>
                  </a:cubicBezTo>
                  <a:cubicBezTo>
                    <a:pt x="1893" y="2441"/>
                    <a:pt x="2441" y="1894"/>
                    <a:pt x="2441" y="1215"/>
                  </a:cubicBezTo>
                  <a:cubicBezTo>
                    <a:pt x="2453" y="1144"/>
                    <a:pt x="2381" y="1072"/>
                    <a:pt x="2286" y="1072"/>
                  </a:cubicBezTo>
                  <a:lnTo>
                    <a:pt x="1381" y="1072"/>
                  </a:lnTo>
                  <a:lnTo>
                    <a:pt x="1381" y="167"/>
                  </a:lnTo>
                  <a:cubicBezTo>
                    <a:pt x="1381" y="72"/>
                    <a:pt x="1310" y="1"/>
                    <a:pt x="12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5492;p63"/>
            <p:cNvSpPr/>
            <p:nvPr/>
          </p:nvSpPr>
          <p:spPr>
            <a:xfrm>
              <a:off x="4007193" y="1541334"/>
              <a:ext cx="320633" cy="319493"/>
            </a:xfrm>
            <a:custGeom>
              <a:avLst/>
              <a:gdLst/>
              <a:ahLst/>
              <a:cxnLst/>
              <a:rect l="l" t="t" r="r" b="b"/>
              <a:pathLst>
                <a:path w="10121" h="10085" extrusionOk="0">
                  <a:moveTo>
                    <a:pt x="3823" y="1239"/>
                  </a:moveTo>
                  <a:lnTo>
                    <a:pt x="4823" y="2227"/>
                  </a:lnTo>
                  <a:cubicBezTo>
                    <a:pt x="5418" y="2822"/>
                    <a:pt x="5525" y="3739"/>
                    <a:pt x="5085" y="4453"/>
                  </a:cubicBezTo>
                  <a:cubicBezTo>
                    <a:pt x="5049" y="4501"/>
                    <a:pt x="5061" y="4596"/>
                    <a:pt x="5120" y="4644"/>
                  </a:cubicBezTo>
                  <a:lnTo>
                    <a:pt x="5442" y="4965"/>
                  </a:lnTo>
                  <a:cubicBezTo>
                    <a:pt x="5478" y="5002"/>
                    <a:pt x="5524" y="5016"/>
                    <a:pt x="5567" y="5016"/>
                  </a:cubicBezTo>
                  <a:cubicBezTo>
                    <a:pt x="5594" y="5016"/>
                    <a:pt x="5621" y="5010"/>
                    <a:pt x="5644" y="5001"/>
                  </a:cubicBezTo>
                  <a:cubicBezTo>
                    <a:pt x="5939" y="4824"/>
                    <a:pt x="6267" y="4736"/>
                    <a:pt x="6591" y="4736"/>
                  </a:cubicBezTo>
                  <a:cubicBezTo>
                    <a:pt x="7053" y="4736"/>
                    <a:pt x="7509" y="4913"/>
                    <a:pt x="7859" y="5263"/>
                  </a:cubicBezTo>
                  <a:lnTo>
                    <a:pt x="8859" y="6263"/>
                  </a:lnTo>
                  <a:lnTo>
                    <a:pt x="6299" y="8823"/>
                  </a:lnTo>
                  <a:lnTo>
                    <a:pt x="5299" y="7823"/>
                  </a:lnTo>
                  <a:cubicBezTo>
                    <a:pt x="5073" y="7608"/>
                    <a:pt x="4906" y="7335"/>
                    <a:pt x="4835" y="7037"/>
                  </a:cubicBezTo>
                  <a:cubicBezTo>
                    <a:pt x="4704" y="6561"/>
                    <a:pt x="4775" y="6037"/>
                    <a:pt x="5025" y="5608"/>
                  </a:cubicBezTo>
                  <a:cubicBezTo>
                    <a:pt x="5073" y="5549"/>
                    <a:pt x="5061" y="5465"/>
                    <a:pt x="5001" y="5418"/>
                  </a:cubicBezTo>
                  <a:lnTo>
                    <a:pt x="4668" y="5084"/>
                  </a:lnTo>
                  <a:cubicBezTo>
                    <a:pt x="4634" y="5051"/>
                    <a:pt x="4597" y="5036"/>
                    <a:pt x="4560" y="5036"/>
                  </a:cubicBezTo>
                  <a:cubicBezTo>
                    <a:pt x="4532" y="5036"/>
                    <a:pt x="4503" y="5045"/>
                    <a:pt x="4477" y="5060"/>
                  </a:cubicBezTo>
                  <a:cubicBezTo>
                    <a:pt x="4186" y="5235"/>
                    <a:pt x="3864" y="5321"/>
                    <a:pt x="3543" y="5321"/>
                  </a:cubicBezTo>
                  <a:cubicBezTo>
                    <a:pt x="3077" y="5321"/>
                    <a:pt x="2616" y="5139"/>
                    <a:pt x="2263" y="4787"/>
                  </a:cubicBezTo>
                  <a:lnTo>
                    <a:pt x="1263" y="3798"/>
                  </a:lnTo>
                  <a:lnTo>
                    <a:pt x="3823" y="1239"/>
                  </a:lnTo>
                  <a:close/>
                  <a:moveTo>
                    <a:pt x="9371" y="6192"/>
                  </a:moveTo>
                  <a:lnTo>
                    <a:pt x="9716" y="6537"/>
                  </a:lnTo>
                  <a:lnTo>
                    <a:pt x="6561" y="9692"/>
                  </a:lnTo>
                  <a:lnTo>
                    <a:pt x="6216" y="9347"/>
                  </a:lnTo>
                  <a:lnTo>
                    <a:pt x="9192" y="6370"/>
                  </a:lnTo>
                  <a:lnTo>
                    <a:pt x="9371" y="6192"/>
                  </a:lnTo>
                  <a:close/>
                  <a:moveTo>
                    <a:pt x="3561" y="0"/>
                  </a:moveTo>
                  <a:cubicBezTo>
                    <a:pt x="3513" y="0"/>
                    <a:pt x="3465" y="12"/>
                    <a:pt x="3442" y="36"/>
                  </a:cubicBezTo>
                  <a:lnTo>
                    <a:pt x="2191" y="1286"/>
                  </a:lnTo>
                  <a:cubicBezTo>
                    <a:pt x="2132" y="1346"/>
                    <a:pt x="2132" y="1453"/>
                    <a:pt x="2191" y="1512"/>
                  </a:cubicBezTo>
                  <a:cubicBezTo>
                    <a:pt x="2221" y="1542"/>
                    <a:pt x="2260" y="1557"/>
                    <a:pt x="2299" y="1557"/>
                  </a:cubicBezTo>
                  <a:cubicBezTo>
                    <a:pt x="2337" y="1557"/>
                    <a:pt x="2376" y="1542"/>
                    <a:pt x="2406" y="1512"/>
                  </a:cubicBezTo>
                  <a:lnTo>
                    <a:pt x="3561" y="369"/>
                  </a:lnTo>
                  <a:lnTo>
                    <a:pt x="3894" y="715"/>
                  </a:lnTo>
                  <a:lnTo>
                    <a:pt x="3715" y="893"/>
                  </a:lnTo>
                  <a:lnTo>
                    <a:pt x="917" y="3691"/>
                  </a:lnTo>
                  <a:lnTo>
                    <a:pt x="739" y="3870"/>
                  </a:lnTo>
                  <a:lnTo>
                    <a:pt x="405" y="3525"/>
                  </a:lnTo>
                  <a:lnTo>
                    <a:pt x="1965" y="1965"/>
                  </a:lnTo>
                  <a:cubicBezTo>
                    <a:pt x="2025" y="1905"/>
                    <a:pt x="2025" y="1798"/>
                    <a:pt x="1965" y="1739"/>
                  </a:cubicBezTo>
                  <a:cubicBezTo>
                    <a:pt x="1935" y="1709"/>
                    <a:pt x="1894" y="1694"/>
                    <a:pt x="1852" y="1694"/>
                  </a:cubicBezTo>
                  <a:cubicBezTo>
                    <a:pt x="1810" y="1694"/>
                    <a:pt x="1769" y="1709"/>
                    <a:pt x="1739" y="1739"/>
                  </a:cubicBezTo>
                  <a:lnTo>
                    <a:pt x="60" y="3417"/>
                  </a:lnTo>
                  <a:cubicBezTo>
                    <a:pt x="1" y="3477"/>
                    <a:pt x="1" y="3584"/>
                    <a:pt x="60" y="3644"/>
                  </a:cubicBezTo>
                  <a:lnTo>
                    <a:pt x="620" y="4203"/>
                  </a:lnTo>
                  <a:cubicBezTo>
                    <a:pt x="655" y="4239"/>
                    <a:pt x="703" y="4251"/>
                    <a:pt x="739" y="4251"/>
                  </a:cubicBezTo>
                  <a:cubicBezTo>
                    <a:pt x="786" y="4251"/>
                    <a:pt x="834" y="4239"/>
                    <a:pt x="858" y="4203"/>
                  </a:cubicBezTo>
                  <a:lnTo>
                    <a:pt x="1036" y="4025"/>
                  </a:lnTo>
                  <a:lnTo>
                    <a:pt x="2037" y="5025"/>
                  </a:lnTo>
                  <a:cubicBezTo>
                    <a:pt x="2453" y="5441"/>
                    <a:pt x="3003" y="5657"/>
                    <a:pt x="3558" y="5657"/>
                  </a:cubicBezTo>
                  <a:cubicBezTo>
                    <a:pt x="3892" y="5657"/>
                    <a:pt x="4228" y="5579"/>
                    <a:pt x="4537" y="5418"/>
                  </a:cubicBezTo>
                  <a:lnTo>
                    <a:pt x="4692" y="5560"/>
                  </a:lnTo>
                  <a:cubicBezTo>
                    <a:pt x="4430" y="6037"/>
                    <a:pt x="4370" y="6608"/>
                    <a:pt x="4525" y="7144"/>
                  </a:cubicBezTo>
                  <a:cubicBezTo>
                    <a:pt x="4632" y="7501"/>
                    <a:pt x="4811" y="7811"/>
                    <a:pt x="5073" y="8085"/>
                  </a:cubicBezTo>
                  <a:lnTo>
                    <a:pt x="6073" y="9073"/>
                  </a:lnTo>
                  <a:lnTo>
                    <a:pt x="5894" y="9251"/>
                  </a:lnTo>
                  <a:cubicBezTo>
                    <a:pt x="5835" y="9311"/>
                    <a:pt x="5835" y="9418"/>
                    <a:pt x="5894" y="9478"/>
                  </a:cubicBezTo>
                  <a:lnTo>
                    <a:pt x="6454" y="10049"/>
                  </a:lnTo>
                  <a:cubicBezTo>
                    <a:pt x="6490" y="10073"/>
                    <a:pt x="6537" y="10085"/>
                    <a:pt x="6573" y="10085"/>
                  </a:cubicBezTo>
                  <a:cubicBezTo>
                    <a:pt x="6621" y="10085"/>
                    <a:pt x="6668" y="10073"/>
                    <a:pt x="6692" y="10049"/>
                  </a:cubicBezTo>
                  <a:lnTo>
                    <a:pt x="10073" y="6668"/>
                  </a:lnTo>
                  <a:cubicBezTo>
                    <a:pt x="10121" y="6596"/>
                    <a:pt x="10121" y="6489"/>
                    <a:pt x="10061" y="6430"/>
                  </a:cubicBezTo>
                  <a:lnTo>
                    <a:pt x="9490" y="5858"/>
                  </a:lnTo>
                  <a:cubicBezTo>
                    <a:pt x="9460" y="5828"/>
                    <a:pt x="9421" y="5813"/>
                    <a:pt x="9383" y="5813"/>
                  </a:cubicBezTo>
                  <a:cubicBezTo>
                    <a:pt x="9344" y="5813"/>
                    <a:pt x="9305" y="5828"/>
                    <a:pt x="9276" y="5858"/>
                  </a:cubicBezTo>
                  <a:lnTo>
                    <a:pt x="9097" y="6037"/>
                  </a:lnTo>
                  <a:lnTo>
                    <a:pt x="8097" y="5049"/>
                  </a:lnTo>
                  <a:cubicBezTo>
                    <a:pt x="7683" y="4627"/>
                    <a:pt x="7137" y="4413"/>
                    <a:pt x="6585" y="4413"/>
                  </a:cubicBezTo>
                  <a:cubicBezTo>
                    <a:pt x="6248" y="4413"/>
                    <a:pt x="5908" y="4493"/>
                    <a:pt x="5597" y="4656"/>
                  </a:cubicBezTo>
                  <a:lnTo>
                    <a:pt x="5442" y="4501"/>
                  </a:lnTo>
                  <a:cubicBezTo>
                    <a:pt x="5882" y="3691"/>
                    <a:pt x="5728" y="2679"/>
                    <a:pt x="5061" y="2001"/>
                  </a:cubicBezTo>
                  <a:lnTo>
                    <a:pt x="4061" y="1012"/>
                  </a:lnTo>
                  <a:lnTo>
                    <a:pt x="4239" y="834"/>
                  </a:lnTo>
                  <a:cubicBezTo>
                    <a:pt x="4299" y="774"/>
                    <a:pt x="4299" y="667"/>
                    <a:pt x="4239" y="607"/>
                  </a:cubicBezTo>
                  <a:lnTo>
                    <a:pt x="3680" y="36"/>
                  </a:lnTo>
                  <a:cubicBezTo>
                    <a:pt x="3644" y="12"/>
                    <a:pt x="3596" y="0"/>
                    <a:pt x="35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5493;p63"/>
            <p:cNvSpPr/>
            <p:nvPr/>
          </p:nvSpPr>
          <p:spPr>
            <a:xfrm>
              <a:off x="4064914" y="1665805"/>
              <a:ext cx="101123" cy="40012"/>
            </a:xfrm>
            <a:custGeom>
              <a:avLst/>
              <a:gdLst/>
              <a:ahLst/>
              <a:cxnLst/>
              <a:rect l="l" t="t" r="r" b="b"/>
              <a:pathLst>
                <a:path w="3192" h="1263" extrusionOk="0">
                  <a:moveTo>
                    <a:pt x="2703" y="310"/>
                  </a:moveTo>
                  <a:lnTo>
                    <a:pt x="2608" y="417"/>
                  </a:lnTo>
                  <a:cubicBezTo>
                    <a:pt x="2346" y="739"/>
                    <a:pt x="2001" y="941"/>
                    <a:pt x="1631" y="941"/>
                  </a:cubicBezTo>
                  <a:cubicBezTo>
                    <a:pt x="1274" y="941"/>
                    <a:pt x="929" y="774"/>
                    <a:pt x="679" y="477"/>
                  </a:cubicBezTo>
                  <a:cubicBezTo>
                    <a:pt x="679" y="477"/>
                    <a:pt x="619" y="393"/>
                    <a:pt x="548" y="310"/>
                  </a:cubicBezTo>
                  <a:close/>
                  <a:moveTo>
                    <a:pt x="191" y="0"/>
                  </a:moveTo>
                  <a:cubicBezTo>
                    <a:pt x="131" y="0"/>
                    <a:pt x="72" y="24"/>
                    <a:pt x="36" y="84"/>
                  </a:cubicBezTo>
                  <a:cubicBezTo>
                    <a:pt x="0" y="143"/>
                    <a:pt x="24" y="203"/>
                    <a:pt x="48" y="250"/>
                  </a:cubicBezTo>
                  <a:cubicBezTo>
                    <a:pt x="155" y="369"/>
                    <a:pt x="393" y="667"/>
                    <a:pt x="393" y="679"/>
                  </a:cubicBezTo>
                  <a:cubicBezTo>
                    <a:pt x="703" y="1060"/>
                    <a:pt x="1143" y="1262"/>
                    <a:pt x="1584" y="1262"/>
                  </a:cubicBezTo>
                  <a:lnTo>
                    <a:pt x="1620" y="1262"/>
                  </a:lnTo>
                  <a:cubicBezTo>
                    <a:pt x="2072" y="1250"/>
                    <a:pt x="2524" y="1024"/>
                    <a:pt x="2846" y="619"/>
                  </a:cubicBezTo>
                  <a:lnTo>
                    <a:pt x="3132" y="262"/>
                  </a:lnTo>
                  <a:cubicBezTo>
                    <a:pt x="3191" y="203"/>
                    <a:pt x="3191" y="143"/>
                    <a:pt x="3167" y="84"/>
                  </a:cubicBezTo>
                  <a:cubicBezTo>
                    <a:pt x="3132" y="24"/>
                    <a:pt x="3072" y="0"/>
                    <a:pt x="30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5494;p63"/>
            <p:cNvSpPr/>
            <p:nvPr/>
          </p:nvSpPr>
          <p:spPr>
            <a:xfrm>
              <a:off x="4162235" y="1749155"/>
              <a:ext cx="101851" cy="60382"/>
            </a:xfrm>
            <a:custGeom>
              <a:avLst/>
              <a:gdLst/>
              <a:ahLst/>
              <a:cxnLst/>
              <a:rect l="l" t="t" r="r" b="b"/>
              <a:pathLst>
                <a:path w="3215" h="1906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536"/>
                    <a:pt x="238" y="786"/>
                    <a:pt x="286" y="834"/>
                  </a:cubicBezTo>
                  <a:lnTo>
                    <a:pt x="1310" y="1858"/>
                  </a:lnTo>
                  <a:cubicBezTo>
                    <a:pt x="1346" y="1894"/>
                    <a:pt x="1381" y="1906"/>
                    <a:pt x="1429" y="1906"/>
                  </a:cubicBezTo>
                  <a:cubicBezTo>
                    <a:pt x="1476" y="1906"/>
                    <a:pt x="1512" y="1894"/>
                    <a:pt x="1548" y="1858"/>
                  </a:cubicBezTo>
                  <a:lnTo>
                    <a:pt x="3143" y="274"/>
                  </a:lnTo>
                  <a:cubicBezTo>
                    <a:pt x="3203" y="239"/>
                    <a:pt x="3215" y="167"/>
                    <a:pt x="3191" y="108"/>
                  </a:cubicBezTo>
                  <a:cubicBezTo>
                    <a:pt x="3155" y="48"/>
                    <a:pt x="3096" y="1"/>
                    <a:pt x="3036" y="1"/>
                  </a:cubicBezTo>
                  <a:lnTo>
                    <a:pt x="1607" y="1"/>
                  </a:lnTo>
                  <a:cubicBezTo>
                    <a:pt x="1524" y="1"/>
                    <a:pt x="1441" y="72"/>
                    <a:pt x="1441" y="167"/>
                  </a:cubicBezTo>
                  <a:cubicBezTo>
                    <a:pt x="1441" y="251"/>
                    <a:pt x="1524" y="334"/>
                    <a:pt x="1607" y="334"/>
                  </a:cubicBezTo>
                  <a:lnTo>
                    <a:pt x="2631" y="334"/>
                  </a:lnTo>
                  <a:lnTo>
                    <a:pt x="1429" y="1537"/>
                  </a:lnTo>
                  <a:lnTo>
                    <a:pt x="500" y="608"/>
                  </a:lnTo>
                  <a:cubicBezTo>
                    <a:pt x="488" y="596"/>
                    <a:pt x="393" y="489"/>
                    <a:pt x="345" y="334"/>
                  </a:cubicBezTo>
                  <a:lnTo>
                    <a:pt x="965" y="334"/>
                  </a:lnTo>
                  <a:cubicBezTo>
                    <a:pt x="1060" y="334"/>
                    <a:pt x="1131" y="251"/>
                    <a:pt x="1131" y="167"/>
                  </a:cubicBezTo>
                  <a:cubicBezTo>
                    <a:pt x="1131" y="72"/>
                    <a:pt x="1060" y="1"/>
                    <a:pt x="9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8717"/>
            <a:ext cx="4091850" cy="2769616"/>
          </a:xfrm>
          <a:prstGeom prst="rect">
            <a:avLst/>
          </a:prstGeom>
        </p:spPr>
      </p:pic>
      <p:sp>
        <p:nvSpPr>
          <p:cNvPr id="359" name="Google Shape;359;p41"/>
          <p:cNvSpPr txBox="1">
            <a:spLocks noGrp="1"/>
          </p:cNvSpPr>
          <p:nvPr>
            <p:ph type="ctrTitle" idx="4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Future Enhancments</a:t>
            </a:r>
            <a:endParaRPr dirty="0"/>
          </a:p>
        </p:txBody>
      </p:sp>
      <p:sp>
        <p:nvSpPr>
          <p:cNvPr id="362" name="Google Shape;362;p41"/>
          <p:cNvSpPr txBox="1">
            <a:spLocks noGrp="1"/>
          </p:cNvSpPr>
          <p:nvPr>
            <p:ph type="subTitle" idx="1"/>
          </p:nvPr>
        </p:nvSpPr>
        <p:spPr>
          <a:xfrm>
            <a:off x="4844669" y="20049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An </a:t>
            </a:r>
            <a:r>
              <a:rPr lang="en-US" b="1" dirty="0"/>
              <a:t>online payment gateway</a:t>
            </a:r>
            <a:r>
              <a:rPr lang="en-US" dirty="0"/>
              <a:t> is crucial for a guest house website as it enables secure, fast, and convenient </a:t>
            </a:r>
            <a:r>
              <a:rPr lang="en-US" dirty="0" smtClean="0"/>
              <a:t>transactions.</a:t>
            </a:r>
            <a:endParaRPr dirty="0"/>
          </a:p>
        </p:txBody>
      </p:sp>
      <p:sp>
        <p:nvSpPr>
          <p:cNvPr id="363" name="Google Shape;363;p41"/>
          <p:cNvSpPr txBox="1">
            <a:spLocks noGrp="1"/>
          </p:cNvSpPr>
          <p:nvPr>
            <p:ph type="subTitle" idx="2"/>
          </p:nvPr>
        </p:nvSpPr>
        <p:spPr>
          <a:xfrm>
            <a:off x="4785137" y="38278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AI-powered recommendations</a:t>
            </a:r>
            <a:r>
              <a:rPr lang="en-US" dirty="0"/>
              <a:t> enhance a guest house website by personalizing user </a:t>
            </a:r>
            <a:r>
              <a:rPr lang="en-US" dirty="0" smtClean="0"/>
              <a:t>experiences.</a:t>
            </a:r>
            <a:endParaRPr dirty="0"/>
          </a:p>
        </p:txBody>
      </p:sp>
      <p:sp>
        <p:nvSpPr>
          <p:cNvPr id="364" name="Google Shape;364;p41"/>
          <p:cNvSpPr txBox="1">
            <a:spLocks noGrp="1"/>
          </p:cNvSpPr>
          <p:nvPr>
            <p:ph type="ctrTitle"/>
          </p:nvPr>
        </p:nvSpPr>
        <p:spPr>
          <a:xfrm>
            <a:off x="4785137" y="1922420"/>
            <a:ext cx="22606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Online payment </a:t>
            </a:r>
            <a:r>
              <a:rPr lang="en-US" dirty="0" smtClean="0"/>
              <a:t>gateway</a:t>
            </a:r>
            <a:r>
              <a:rPr lang="en-US" dirty="0"/>
              <a:t/>
            </a:r>
            <a:br>
              <a:rPr lang="en-US" dirty="0"/>
            </a:br>
            <a:endParaRPr dirty="0">
              <a:solidFill>
                <a:schemeClr val="lt1"/>
              </a:solidFill>
            </a:endParaRPr>
          </a:p>
        </p:txBody>
      </p:sp>
      <p:sp>
        <p:nvSpPr>
          <p:cNvPr id="365" name="Google Shape;365;p41"/>
          <p:cNvSpPr txBox="1">
            <a:spLocks noGrp="1"/>
          </p:cNvSpPr>
          <p:nvPr>
            <p:ph type="ctrTitle" idx="3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AI-powered recommendations</a:t>
            </a:r>
          </a:p>
        </p:txBody>
      </p:sp>
      <p:sp>
        <p:nvSpPr>
          <p:cNvPr id="366" name="Google Shape;366;p41"/>
          <p:cNvSpPr/>
          <p:nvPr/>
        </p:nvSpPr>
        <p:spPr>
          <a:xfrm>
            <a:off x="4091582" y="1238717"/>
            <a:ext cx="159300" cy="2759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4836;p62"/>
          <p:cNvGrpSpPr/>
          <p:nvPr/>
        </p:nvGrpSpPr>
        <p:grpSpPr>
          <a:xfrm>
            <a:off x="4414122" y="1421517"/>
            <a:ext cx="267574" cy="329415"/>
            <a:chOff x="3584201" y="4294996"/>
            <a:chExt cx="267574" cy="329415"/>
          </a:xfrm>
        </p:grpSpPr>
        <p:sp>
          <p:nvSpPr>
            <p:cNvPr id="12" name="Google Shape;4837;p62"/>
            <p:cNvSpPr/>
            <p:nvPr/>
          </p:nvSpPr>
          <p:spPr>
            <a:xfrm>
              <a:off x="3584201" y="4294996"/>
              <a:ext cx="267574" cy="329415"/>
            </a:xfrm>
            <a:custGeom>
              <a:avLst/>
              <a:gdLst/>
              <a:ahLst/>
              <a:cxnLst/>
              <a:rect l="l" t="t" r="r" b="b"/>
              <a:pathLst>
                <a:path w="8407" h="10350" extrusionOk="0">
                  <a:moveTo>
                    <a:pt x="4191" y="321"/>
                  </a:moveTo>
                  <a:lnTo>
                    <a:pt x="8097" y="1095"/>
                  </a:lnTo>
                  <a:lnTo>
                    <a:pt x="8097" y="6727"/>
                  </a:lnTo>
                  <a:lnTo>
                    <a:pt x="4191" y="10001"/>
                  </a:lnTo>
                  <a:lnTo>
                    <a:pt x="298" y="6727"/>
                  </a:lnTo>
                  <a:lnTo>
                    <a:pt x="298" y="1095"/>
                  </a:lnTo>
                  <a:lnTo>
                    <a:pt x="4191" y="321"/>
                  </a:lnTo>
                  <a:close/>
                  <a:moveTo>
                    <a:pt x="4168" y="0"/>
                  </a:moveTo>
                  <a:lnTo>
                    <a:pt x="120" y="810"/>
                  </a:lnTo>
                  <a:cubicBezTo>
                    <a:pt x="48" y="822"/>
                    <a:pt x="0" y="881"/>
                    <a:pt x="0" y="953"/>
                  </a:cubicBezTo>
                  <a:lnTo>
                    <a:pt x="0" y="6787"/>
                  </a:lnTo>
                  <a:cubicBezTo>
                    <a:pt x="0" y="6834"/>
                    <a:pt x="12" y="6882"/>
                    <a:pt x="60" y="6906"/>
                  </a:cubicBezTo>
                  <a:lnTo>
                    <a:pt x="4108" y="10323"/>
                  </a:lnTo>
                  <a:cubicBezTo>
                    <a:pt x="4138" y="10341"/>
                    <a:pt x="4171" y="10350"/>
                    <a:pt x="4203" y="10350"/>
                  </a:cubicBezTo>
                  <a:cubicBezTo>
                    <a:pt x="4236" y="10350"/>
                    <a:pt x="4269" y="10341"/>
                    <a:pt x="4299" y="10323"/>
                  </a:cubicBezTo>
                  <a:lnTo>
                    <a:pt x="8347" y="6906"/>
                  </a:lnTo>
                  <a:cubicBezTo>
                    <a:pt x="8382" y="6882"/>
                    <a:pt x="8406" y="6834"/>
                    <a:pt x="8406" y="6787"/>
                  </a:cubicBezTo>
                  <a:lnTo>
                    <a:pt x="8406" y="953"/>
                  </a:lnTo>
                  <a:cubicBezTo>
                    <a:pt x="8406" y="881"/>
                    <a:pt x="8347" y="822"/>
                    <a:pt x="8275" y="810"/>
                  </a:cubicBezTo>
                  <a:lnTo>
                    <a:pt x="4227" y="0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838;p62"/>
            <p:cNvSpPr/>
            <p:nvPr/>
          </p:nvSpPr>
          <p:spPr>
            <a:xfrm>
              <a:off x="3604666" y="4315811"/>
              <a:ext cx="226644" cy="281610"/>
            </a:xfrm>
            <a:custGeom>
              <a:avLst/>
              <a:gdLst/>
              <a:ahLst/>
              <a:cxnLst/>
              <a:rect l="l" t="t" r="r" b="b"/>
              <a:pathLst>
                <a:path w="7121" h="8848" extrusionOk="0">
                  <a:moveTo>
                    <a:pt x="3525" y="1"/>
                  </a:moveTo>
                  <a:lnTo>
                    <a:pt x="119" y="691"/>
                  </a:lnTo>
                  <a:cubicBezTo>
                    <a:pt x="36" y="703"/>
                    <a:pt x="0" y="763"/>
                    <a:pt x="0" y="834"/>
                  </a:cubicBezTo>
                  <a:lnTo>
                    <a:pt x="0" y="5835"/>
                  </a:lnTo>
                  <a:cubicBezTo>
                    <a:pt x="0" y="5883"/>
                    <a:pt x="12" y="5930"/>
                    <a:pt x="60" y="5954"/>
                  </a:cubicBezTo>
                  <a:lnTo>
                    <a:pt x="3465" y="8811"/>
                  </a:lnTo>
                  <a:cubicBezTo>
                    <a:pt x="3495" y="8835"/>
                    <a:pt x="3528" y="8847"/>
                    <a:pt x="3560" y="8847"/>
                  </a:cubicBezTo>
                  <a:cubicBezTo>
                    <a:pt x="3593" y="8847"/>
                    <a:pt x="3626" y="8835"/>
                    <a:pt x="3656" y="8811"/>
                  </a:cubicBezTo>
                  <a:lnTo>
                    <a:pt x="7061" y="5954"/>
                  </a:lnTo>
                  <a:cubicBezTo>
                    <a:pt x="7097" y="5930"/>
                    <a:pt x="7120" y="5883"/>
                    <a:pt x="7120" y="5835"/>
                  </a:cubicBezTo>
                  <a:lnTo>
                    <a:pt x="7120" y="4609"/>
                  </a:lnTo>
                  <a:cubicBezTo>
                    <a:pt x="7120" y="4513"/>
                    <a:pt x="7049" y="4454"/>
                    <a:pt x="6977" y="4454"/>
                  </a:cubicBezTo>
                  <a:cubicBezTo>
                    <a:pt x="6882" y="4454"/>
                    <a:pt x="6823" y="4525"/>
                    <a:pt x="6823" y="4609"/>
                  </a:cubicBezTo>
                  <a:lnTo>
                    <a:pt x="6823" y="5763"/>
                  </a:lnTo>
                  <a:lnTo>
                    <a:pt x="3572" y="8502"/>
                  </a:lnTo>
                  <a:lnTo>
                    <a:pt x="298" y="5763"/>
                  </a:lnTo>
                  <a:lnTo>
                    <a:pt x="298" y="953"/>
                  </a:lnTo>
                  <a:lnTo>
                    <a:pt x="3548" y="299"/>
                  </a:lnTo>
                  <a:lnTo>
                    <a:pt x="6811" y="953"/>
                  </a:lnTo>
                  <a:lnTo>
                    <a:pt x="6811" y="3847"/>
                  </a:lnTo>
                  <a:cubicBezTo>
                    <a:pt x="6799" y="3930"/>
                    <a:pt x="6870" y="4013"/>
                    <a:pt x="6966" y="4013"/>
                  </a:cubicBezTo>
                  <a:cubicBezTo>
                    <a:pt x="7049" y="4013"/>
                    <a:pt x="7108" y="3930"/>
                    <a:pt x="7108" y="3858"/>
                  </a:cubicBezTo>
                  <a:lnTo>
                    <a:pt x="7108" y="834"/>
                  </a:lnTo>
                  <a:cubicBezTo>
                    <a:pt x="7108" y="763"/>
                    <a:pt x="7061" y="703"/>
                    <a:pt x="6989" y="691"/>
                  </a:cubicBezTo>
                  <a:lnTo>
                    <a:pt x="3584" y="1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839;p62"/>
            <p:cNvSpPr/>
            <p:nvPr/>
          </p:nvSpPr>
          <p:spPr>
            <a:xfrm>
              <a:off x="3645597" y="4362056"/>
              <a:ext cx="144019" cy="144019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322"/>
                  </a:moveTo>
                  <a:cubicBezTo>
                    <a:pt x="3334" y="322"/>
                    <a:pt x="4215" y="1203"/>
                    <a:pt x="4215" y="2275"/>
                  </a:cubicBezTo>
                  <a:cubicBezTo>
                    <a:pt x="4215" y="3346"/>
                    <a:pt x="3334" y="4227"/>
                    <a:pt x="2262" y="4227"/>
                  </a:cubicBezTo>
                  <a:cubicBezTo>
                    <a:pt x="1191" y="4227"/>
                    <a:pt x="322" y="3346"/>
                    <a:pt x="322" y="2275"/>
                  </a:cubicBezTo>
                  <a:cubicBezTo>
                    <a:pt x="322" y="1203"/>
                    <a:pt x="1191" y="322"/>
                    <a:pt x="2262" y="322"/>
                  </a:cubicBezTo>
                  <a:close/>
                  <a:moveTo>
                    <a:pt x="2262" y="0"/>
                  </a:moveTo>
                  <a:cubicBezTo>
                    <a:pt x="1012" y="0"/>
                    <a:pt x="0" y="1012"/>
                    <a:pt x="0" y="2263"/>
                  </a:cubicBezTo>
                  <a:cubicBezTo>
                    <a:pt x="0" y="3513"/>
                    <a:pt x="1012" y="4525"/>
                    <a:pt x="2262" y="4525"/>
                  </a:cubicBezTo>
                  <a:cubicBezTo>
                    <a:pt x="3513" y="4525"/>
                    <a:pt x="4525" y="3513"/>
                    <a:pt x="4525" y="2263"/>
                  </a:cubicBezTo>
                  <a:cubicBezTo>
                    <a:pt x="4525" y="1012"/>
                    <a:pt x="3513" y="0"/>
                    <a:pt x="22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840;p62"/>
            <p:cNvSpPr/>
            <p:nvPr/>
          </p:nvSpPr>
          <p:spPr>
            <a:xfrm>
              <a:off x="3692574" y="4377970"/>
              <a:ext cx="51561" cy="112574"/>
            </a:xfrm>
            <a:custGeom>
              <a:avLst/>
              <a:gdLst/>
              <a:ahLst/>
              <a:cxnLst/>
              <a:rect l="l" t="t" r="r" b="b"/>
              <a:pathLst>
                <a:path w="1620" h="3537" extrusionOk="0">
                  <a:moveTo>
                    <a:pt x="810" y="0"/>
                  </a:moveTo>
                  <a:cubicBezTo>
                    <a:pt x="727" y="0"/>
                    <a:pt x="656" y="72"/>
                    <a:pt x="656" y="155"/>
                  </a:cubicBezTo>
                  <a:lnTo>
                    <a:pt x="656" y="489"/>
                  </a:lnTo>
                  <a:cubicBezTo>
                    <a:pt x="298" y="524"/>
                    <a:pt x="1" y="834"/>
                    <a:pt x="1" y="1203"/>
                  </a:cubicBezTo>
                  <a:cubicBezTo>
                    <a:pt x="1" y="1608"/>
                    <a:pt x="334" y="1917"/>
                    <a:pt x="715" y="1917"/>
                  </a:cubicBezTo>
                  <a:lnTo>
                    <a:pt x="882" y="1917"/>
                  </a:lnTo>
                  <a:cubicBezTo>
                    <a:pt x="1108" y="1917"/>
                    <a:pt x="1298" y="2108"/>
                    <a:pt x="1298" y="2334"/>
                  </a:cubicBezTo>
                  <a:cubicBezTo>
                    <a:pt x="1298" y="2560"/>
                    <a:pt x="1108" y="2751"/>
                    <a:pt x="882" y="2751"/>
                  </a:cubicBezTo>
                  <a:lnTo>
                    <a:pt x="644" y="2751"/>
                  </a:lnTo>
                  <a:cubicBezTo>
                    <a:pt x="465" y="2751"/>
                    <a:pt x="310" y="2608"/>
                    <a:pt x="310" y="2429"/>
                  </a:cubicBezTo>
                  <a:cubicBezTo>
                    <a:pt x="310" y="2334"/>
                    <a:pt x="239" y="2275"/>
                    <a:pt x="167" y="2275"/>
                  </a:cubicBezTo>
                  <a:cubicBezTo>
                    <a:pt x="84" y="2275"/>
                    <a:pt x="13" y="2346"/>
                    <a:pt x="13" y="2429"/>
                  </a:cubicBezTo>
                  <a:cubicBezTo>
                    <a:pt x="13" y="2787"/>
                    <a:pt x="298" y="3060"/>
                    <a:pt x="656" y="3060"/>
                  </a:cubicBezTo>
                  <a:lnTo>
                    <a:pt x="667" y="3060"/>
                  </a:lnTo>
                  <a:lnTo>
                    <a:pt x="667" y="3394"/>
                  </a:lnTo>
                  <a:cubicBezTo>
                    <a:pt x="667" y="3477"/>
                    <a:pt x="739" y="3537"/>
                    <a:pt x="822" y="3537"/>
                  </a:cubicBezTo>
                  <a:cubicBezTo>
                    <a:pt x="894" y="3537"/>
                    <a:pt x="965" y="3465"/>
                    <a:pt x="965" y="3394"/>
                  </a:cubicBezTo>
                  <a:lnTo>
                    <a:pt x="965" y="3048"/>
                  </a:lnTo>
                  <a:cubicBezTo>
                    <a:pt x="1322" y="3025"/>
                    <a:pt x="1620" y="2703"/>
                    <a:pt x="1620" y="2334"/>
                  </a:cubicBezTo>
                  <a:cubicBezTo>
                    <a:pt x="1620" y="1929"/>
                    <a:pt x="1298" y="1620"/>
                    <a:pt x="906" y="1620"/>
                  </a:cubicBezTo>
                  <a:lnTo>
                    <a:pt x="739" y="1620"/>
                  </a:lnTo>
                  <a:cubicBezTo>
                    <a:pt x="525" y="1620"/>
                    <a:pt x="334" y="1429"/>
                    <a:pt x="334" y="1203"/>
                  </a:cubicBezTo>
                  <a:cubicBezTo>
                    <a:pt x="334" y="977"/>
                    <a:pt x="525" y="786"/>
                    <a:pt x="739" y="786"/>
                  </a:cubicBezTo>
                  <a:lnTo>
                    <a:pt x="977" y="786"/>
                  </a:lnTo>
                  <a:cubicBezTo>
                    <a:pt x="1167" y="786"/>
                    <a:pt x="1310" y="941"/>
                    <a:pt x="1310" y="1120"/>
                  </a:cubicBezTo>
                  <a:lnTo>
                    <a:pt x="1310" y="1286"/>
                  </a:lnTo>
                  <a:cubicBezTo>
                    <a:pt x="1310" y="1358"/>
                    <a:pt x="1382" y="1429"/>
                    <a:pt x="1465" y="1429"/>
                  </a:cubicBezTo>
                  <a:cubicBezTo>
                    <a:pt x="1548" y="1429"/>
                    <a:pt x="1608" y="1358"/>
                    <a:pt x="1608" y="1286"/>
                  </a:cubicBezTo>
                  <a:lnTo>
                    <a:pt x="1608" y="1120"/>
                  </a:lnTo>
                  <a:cubicBezTo>
                    <a:pt x="1608" y="762"/>
                    <a:pt x="1322" y="477"/>
                    <a:pt x="965" y="477"/>
                  </a:cubicBezTo>
                  <a:lnTo>
                    <a:pt x="953" y="477"/>
                  </a:lnTo>
                  <a:lnTo>
                    <a:pt x="953" y="155"/>
                  </a:lnTo>
                  <a:cubicBezTo>
                    <a:pt x="953" y="60"/>
                    <a:pt x="882" y="0"/>
                    <a:pt x="8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3857;p60"/>
          <p:cNvGrpSpPr/>
          <p:nvPr/>
        </p:nvGrpSpPr>
        <p:grpSpPr>
          <a:xfrm>
            <a:off x="4331822" y="3226511"/>
            <a:ext cx="381346" cy="368644"/>
            <a:chOff x="4675986" y="2745684"/>
            <a:chExt cx="381346" cy="368644"/>
          </a:xfrm>
        </p:grpSpPr>
        <p:sp>
          <p:nvSpPr>
            <p:cNvPr id="17" name="Google Shape;3858;p60"/>
            <p:cNvSpPr/>
            <p:nvPr/>
          </p:nvSpPr>
          <p:spPr>
            <a:xfrm>
              <a:off x="4828918" y="2895345"/>
              <a:ext cx="69226" cy="69258"/>
            </a:xfrm>
            <a:custGeom>
              <a:avLst/>
              <a:gdLst/>
              <a:ahLst/>
              <a:cxnLst/>
              <a:rect l="l" t="t" r="r" b="b"/>
              <a:pathLst>
                <a:path w="2180" h="2181" extrusionOk="0">
                  <a:moveTo>
                    <a:pt x="1100" y="1"/>
                  </a:moveTo>
                  <a:cubicBezTo>
                    <a:pt x="535" y="1"/>
                    <a:pt x="1" y="443"/>
                    <a:pt x="1" y="1098"/>
                  </a:cubicBezTo>
                  <a:cubicBezTo>
                    <a:pt x="1" y="1705"/>
                    <a:pt x="501" y="2181"/>
                    <a:pt x="1096" y="2181"/>
                  </a:cubicBezTo>
                  <a:cubicBezTo>
                    <a:pt x="1703" y="2181"/>
                    <a:pt x="2180" y="1693"/>
                    <a:pt x="2180" y="1098"/>
                  </a:cubicBezTo>
                  <a:cubicBezTo>
                    <a:pt x="2180" y="1014"/>
                    <a:pt x="2180" y="955"/>
                    <a:pt x="2168" y="895"/>
                  </a:cubicBezTo>
                  <a:cubicBezTo>
                    <a:pt x="2146" y="819"/>
                    <a:pt x="2074" y="763"/>
                    <a:pt x="1989" y="763"/>
                  </a:cubicBezTo>
                  <a:cubicBezTo>
                    <a:pt x="1981" y="763"/>
                    <a:pt x="1973" y="763"/>
                    <a:pt x="1965" y="764"/>
                  </a:cubicBezTo>
                  <a:cubicBezTo>
                    <a:pt x="1882" y="776"/>
                    <a:pt x="1822" y="871"/>
                    <a:pt x="1834" y="955"/>
                  </a:cubicBezTo>
                  <a:cubicBezTo>
                    <a:pt x="1915" y="1442"/>
                    <a:pt x="1524" y="1834"/>
                    <a:pt x="1092" y="1834"/>
                  </a:cubicBezTo>
                  <a:cubicBezTo>
                    <a:pt x="954" y="1834"/>
                    <a:pt x="812" y="1794"/>
                    <a:pt x="679" y="1705"/>
                  </a:cubicBezTo>
                  <a:cubicBezTo>
                    <a:pt x="60" y="1288"/>
                    <a:pt x="358" y="336"/>
                    <a:pt x="1096" y="336"/>
                  </a:cubicBezTo>
                  <a:cubicBezTo>
                    <a:pt x="1251" y="336"/>
                    <a:pt x="1418" y="395"/>
                    <a:pt x="1548" y="502"/>
                  </a:cubicBezTo>
                  <a:cubicBezTo>
                    <a:pt x="1581" y="525"/>
                    <a:pt x="1615" y="536"/>
                    <a:pt x="1649" y="536"/>
                  </a:cubicBezTo>
                  <a:cubicBezTo>
                    <a:pt x="1701" y="536"/>
                    <a:pt x="1750" y="510"/>
                    <a:pt x="1787" y="466"/>
                  </a:cubicBezTo>
                  <a:cubicBezTo>
                    <a:pt x="1846" y="395"/>
                    <a:pt x="1834" y="288"/>
                    <a:pt x="1763" y="228"/>
                  </a:cubicBezTo>
                  <a:cubicBezTo>
                    <a:pt x="1558" y="72"/>
                    <a:pt x="1327" y="1"/>
                    <a:pt x="110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59;p60"/>
            <p:cNvSpPr/>
            <p:nvPr/>
          </p:nvSpPr>
          <p:spPr>
            <a:xfrm>
              <a:off x="4675986" y="2745684"/>
              <a:ext cx="381346" cy="368644"/>
            </a:xfrm>
            <a:custGeom>
              <a:avLst/>
              <a:gdLst/>
              <a:ahLst/>
              <a:cxnLst/>
              <a:rect l="l" t="t" r="r" b="b"/>
              <a:pathLst>
                <a:path w="12009" h="11609" extrusionOk="0">
                  <a:moveTo>
                    <a:pt x="1049" y="2188"/>
                  </a:moveTo>
                  <a:cubicBezTo>
                    <a:pt x="1173" y="2188"/>
                    <a:pt x="1299" y="2229"/>
                    <a:pt x="1411" y="2322"/>
                  </a:cubicBezTo>
                  <a:cubicBezTo>
                    <a:pt x="1650" y="2512"/>
                    <a:pt x="1697" y="2846"/>
                    <a:pt x="1531" y="3096"/>
                  </a:cubicBezTo>
                  <a:cubicBezTo>
                    <a:pt x="1413" y="3272"/>
                    <a:pt x="1231" y="3354"/>
                    <a:pt x="1049" y="3354"/>
                  </a:cubicBezTo>
                  <a:cubicBezTo>
                    <a:pt x="791" y="3354"/>
                    <a:pt x="534" y="3188"/>
                    <a:pt x="471" y="2893"/>
                  </a:cubicBezTo>
                  <a:cubicBezTo>
                    <a:pt x="401" y="2493"/>
                    <a:pt x="714" y="2188"/>
                    <a:pt x="1049" y="2188"/>
                  </a:cubicBezTo>
                  <a:close/>
                  <a:moveTo>
                    <a:pt x="4317" y="3036"/>
                  </a:moveTo>
                  <a:cubicBezTo>
                    <a:pt x="4400" y="3084"/>
                    <a:pt x="5472" y="3703"/>
                    <a:pt x="5567" y="3751"/>
                  </a:cubicBezTo>
                  <a:lnTo>
                    <a:pt x="4317" y="4465"/>
                  </a:lnTo>
                  <a:lnTo>
                    <a:pt x="4317" y="3036"/>
                  </a:lnTo>
                  <a:close/>
                  <a:moveTo>
                    <a:pt x="7496" y="3036"/>
                  </a:moveTo>
                  <a:lnTo>
                    <a:pt x="7496" y="4465"/>
                  </a:lnTo>
                  <a:lnTo>
                    <a:pt x="6245" y="3751"/>
                  </a:lnTo>
                  <a:lnTo>
                    <a:pt x="7496" y="3036"/>
                  </a:lnTo>
                  <a:close/>
                  <a:moveTo>
                    <a:pt x="9246" y="2262"/>
                  </a:moveTo>
                  <a:cubicBezTo>
                    <a:pt x="10115" y="2262"/>
                    <a:pt x="10829" y="2965"/>
                    <a:pt x="10829" y="3858"/>
                  </a:cubicBezTo>
                  <a:cubicBezTo>
                    <a:pt x="10829" y="4429"/>
                    <a:pt x="10520" y="4953"/>
                    <a:pt x="10032" y="5239"/>
                  </a:cubicBezTo>
                  <a:lnTo>
                    <a:pt x="9448" y="5572"/>
                  </a:lnTo>
                  <a:cubicBezTo>
                    <a:pt x="9270" y="5477"/>
                    <a:pt x="8055" y="4775"/>
                    <a:pt x="7841" y="4656"/>
                  </a:cubicBezTo>
                  <a:lnTo>
                    <a:pt x="7841" y="2834"/>
                  </a:lnTo>
                  <a:cubicBezTo>
                    <a:pt x="8305" y="2596"/>
                    <a:pt x="8627" y="2262"/>
                    <a:pt x="9246" y="2262"/>
                  </a:cubicBezTo>
                  <a:close/>
                  <a:moveTo>
                    <a:pt x="2565" y="2283"/>
                  </a:moveTo>
                  <a:cubicBezTo>
                    <a:pt x="2837" y="2283"/>
                    <a:pt x="3111" y="2352"/>
                    <a:pt x="3364" y="2489"/>
                  </a:cubicBezTo>
                  <a:cubicBezTo>
                    <a:pt x="3745" y="2715"/>
                    <a:pt x="3602" y="2620"/>
                    <a:pt x="3971" y="2846"/>
                  </a:cubicBezTo>
                  <a:lnTo>
                    <a:pt x="3971" y="4656"/>
                  </a:lnTo>
                  <a:lnTo>
                    <a:pt x="2352" y="5584"/>
                  </a:lnTo>
                  <a:lnTo>
                    <a:pt x="1769" y="5251"/>
                  </a:lnTo>
                  <a:cubicBezTo>
                    <a:pt x="1400" y="5049"/>
                    <a:pt x="1126" y="4703"/>
                    <a:pt x="1030" y="4287"/>
                  </a:cubicBezTo>
                  <a:cubicBezTo>
                    <a:pt x="971" y="4096"/>
                    <a:pt x="947" y="3882"/>
                    <a:pt x="983" y="3691"/>
                  </a:cubicBezTo>
                  <a:lnTo>
                    <a:pt x="983" y="3691"/>
                  </a:lnTo>
                  <a:cubicBezTo>
                    <a:pt x="1005" y="3693"/>
                    <a:pt x="1027" y="3694"/>
                    <a:pt x="1049" y="3694"/>
                  </a:cubicBezTo>
                  <a:cubicBezTo>
                    <a:pt x="1694" y="3694"/>
                    <a:pt x="2153" y="3028"/>
                    <a:pt x="1900" y="2429"/>
                  </a:cubicBezTo>
                  <a:cubicBezTo>
                    <a:pt x="2111" y="2332"/>
                    <a:pt x="2337" y="2283"/>
                    <a:pt x="2565" y="2283"/>
                  </a:cubicBezTo>
                  <a:close/>
                  <a:moveTo>
                    <a:pt x="7841" y="5060"/>
                  </a:moveTo>
                  <a:cubicBezTo>
                    <a:pt x="8008" y="5156"/>
                    <a:pt x="8960" y="5703"/>
                    <a:pt x="9127" y="5787"/>
                  </a:cubicBezTo>
                  <a:lnTo>
                    <a:pt x="7841" y="6513"/>
                  </a:lnTo>
                  <a:lnTo>
                    <a:pt x="7841" y="5060"/>
                  </a:lnTo>
                  <a:close/>
                  <a:moveTo>
                    <a:pt x="3971" y="5060"/>
                  </a:moveTo>
                  <a:lnTo>
                    <a:pt x="3971" y="6525"/>
                  </a:lnTo>
                  <a:lnTo>
                    <a:pt x="2697" y="5787"/>
                  </a:lnTo>
                  <a:lnTo>
                    <a:pt x="3971" y="5060"/>
                  </a:lnTo>
                  <a:close/>
                  <a:moveTo>
                    <a:pt x="5900" y="3965"/>
                  </a:moveTo>
                  <a:lnTo>
                    <a:pt x="7496" y="4870"/>
                  </a:lnTo>
                  <a:lnTo>
                    <a:pt x="7496" y="6715"/>
                  </a:lnTo>
                  <a:lnTo>
                    <a:pt x="5900" y="7620"/>
                  </a:lnTo>
                  <a:lnTo>
                    <a:pt x="4317" y="6715"/>
                  </a:lnTo>
                  <a:lnTo>
                    <a:pt x="4317" y="4870"/>
                  </a:lnTo>
                  <a:lnTo>
                    <a:pt x="5900" y="3965"/>
                  </a:lnTo>
                  <a:close/>
                  <a:moveTo>
                    <a:pt x="4317" y="7120"/>
                  </a:moveTo>
                  <a:lnTo>
                    <a:pt x="5567" y="7835"/>
                  </a:lnTo>
                  <a:lnTo>
                    <a:pt x="4317" y="8549"/>
                  </a:lnTo>
                  <a:lnTo>
                    <a:pt x="4317" y="7120"/>
                  </a:lnTo>
                  <a:close/>
                  <a:moveTo>
                    <a:pt x="7496" y="7108"/>
                  </a:moveTo>
                  <a:lnTo>
                    <a:pt x="7496" y="8549"/>
                  </a:lnTo>
                  <a:cubicBezTo>
                    <a:pt x="7412" y="8501"/>
                    <a:pt x="6341" y="7870"/>
                    <a:pt x="6245" y="7835"/>
                  </a:cubicBezTo>
                  <a:lnTo>
                    <a:pt x="7496" y="7108"/>
                  </a:lnTo>
                  <a:close/>
                  <a:moveTo>
                    <a:pt x="9484" y="5965"/>
                  </a:moveTo>
                  <a:lnTo>
                    <a:pt x="10055" y="6299"/>
                  </a:lnTo>
                  <a:cubicBezTo>
                    <a:pt x="10436" y="6501"/>
                    <a:pt x="10698" y="6846"/>
                    <a:pt x="10806" y="7263"/>
                  </a:cubicBezTo>
                  <a:cubicBezTo>
                    <a:pt x="10853" y="7442"/>
                    <a:pt x="10865" y="7620"/>
                    <a:pt x="10865" y="7799"/>
                  </a:cubicBezTo>
                  <a:cubicBezTo>
                    <a:pt x="10859" y="7799"/>
                    <a:pt x="10853" y="7799"/>
                    <a:pt x="10847" y="7799"/>
                  </a:cubicBezTo>
                  <a:cubicBezTo>
                    <a:pt x="10143" y="7799"/>
                    <a:pt x="9677" y="8506"/>
                    <a:pt x="9972" y="9120"/>
                  </a:cubicBezTo>
                  <a:cubicBezTo>
                    <a:pt x="9748" y="9235"/>
                    <a:pt x="9502" y="9295"/>
                    <a:pt x="9253" y="9295"/>
                  </a:cubicBezTo>
                  <a:cubicBezTo>
                    <a:pt x="8987" y="9295"/>
                    <a:pt x="8718" y="9226"/>
                    <a:pt x="8472" y="9085"/>
                  </a:cubicBezTo>
                  <a:cubicBezTo>
                    <a:pt x="8079" y="8859"/>
                    <a:pt x="8234" y="8942"/>
                    <a:pt x="7853" y="8728"/>
                  </a:cubicBezTo>
                  <a:lnTo>
                    <a:pt x="7853" y="6894"/>
                  </a:lnTo>
                  <a:lnTo>
                    <a:pt x="9484" y="5965"/>
                  </a:lnTo>
                  <a:close/>
                  <a:moveTo>
                    <a:pt x="10799" y="8158"/>
                  </a:moveTo>
                  <a:cubicBezTo>
                    <a:pt x="10910" y="8158"/>
                    <a:pt x="11021" y="8189"/>
                    <a:pt x="11115" y="8251"/>
                  </a:cubicBezTo>
                  <a:cubicBezTo>
                    <a:pt x="11568" y="8549"/>
                    <a:pt x="11413" y="9216"/>
                    <a:pt x="10913" y="9299"/>
                  </a:cubicBezTo>
                  <a:cubicBezTo>
                    <a:pt x="10869" y="9308"/>
                    <a:pt x="10827" y="9312"/>
                    <a:pt x="10786" y="9312"/>
                  </a:cubicBezTo>
                  <a:cubicBezTo>
                    <a:pt x="10343" y="9312"/>
                    <a:pt x="10056" y="8809"/>
                    <a:pt x="10317" y="8406"/>
                  </a:cubicBezTo>
                  <a:cubicBezTo>
                    <a:pt x="10429" y="8243"/>
                    <a:pt x="10614" y="8158"/>
                    <a:pt x="10799" y="8158"/>
                  </a:cubicBezTo>
                  <a:close/>
                  <a:moveTo>
                    <a:pt x="5900" y="8025"/>
                  </a:moveTo>
                  <a:cubicBezTo>
                    <a:pt x="6103" y="8144"/>
                    <a:pt x="7305" y="8823"/>
                    <a:pt x="7496" y="8930"/>
                  </a:cubicBezTo>
                  <a:lnTo>
                    <a:pt x="7496" y="9644"/>
                  </a:lnTo>
                  <a:cubicBezTo>
                    <a:pt x="7496" y="10525"/>
                    <a:pt x="6781" y="11240"/>
                    <a:pt x="5900" y="11240"/>
                  </a:cubicBezTo>
                  <a:cubicBezTo>
                    <a:pt x="5031" y="11240"/>
                    <a:pt x="4317" y="10525"/>
                    <a:pt x="4317" y="9644"/>
                  </a:cubicBezTo>
                  <a:lnTo>
                    <a:pt x="4317" y="8930"/>
                  </a:lnTo>
                  <a:lnTo>
                    <a:pt x="5900" y="8025"/>
                  </a:lnTo>
                  <a:close/>
                  <a:moveTo>
                    <a:pt x="5900" y="0"/>
                  </a:moveTo>
                  <a:cubicBezTo>
                    <a:pt x="4829" y="0"/>
                    <a:pt x="3971" y="869"/>
                    <a:pt x="3971" y="1941"/>
                  </a:cubicBezTo>
                  <a:lnTo>
                    <a:pt x="3971" y="2441"/>
                  </a:lnTo>
                  <a:cubicBezTo>
                    <a:pt x="3686" y="2274"/>
                    <a:pt x="3793" y="2334"/>
                    <a:pt x="3519" y="2191"/>
                  </a:cubicBezTo>
                  <a:cubicBezTo>
                    <a:pt x="3219" y="2016"/>
                    <a:pt x="2890" y="1933"/>
                    <a:pt x="2564" y="1933"/>
                  </a:cubicBezTo>
                  <a:cubicBezTo>
                    <a:pt x="2268" y="1933"/>
                    <a:pt x="1975" y="2001"/>
                    <a:pt x="1709" y="2131"/>
                  </a:cubicBezTo>
                  <a:cubicBezTo>
                    <a:pt x="1515" y="1930"/>
                    <a:pt x="1277" y="1842"/>
                    <a:pt x="1045" y="1842"/>
                  </a:cubicBezTo>
                  <a:cubicBezTo>
                    <a:pt x="508" y="1842"/>
                    <a:pt x="1" y="2313"/>
                    <a:pt x="126" y="2953"/>
                  </a:cubicBezTo>
                  <a:cubicBezTo>
                    <a:pt x="185" y="3251"/>
                    <a:pt x="388" y="3489"/>
                    <a:pt x="638" y="3608"/>
                  </a:cubicBezTo>
                  <a:cubicBezTo>
                    <a:pt x="530" y="4358"/>
                    <a:pt x="888" y="5156"/>
                    <a:pt x="1590" y="5549"/>
                  </a:cubicBezTo>
                  <a:cubicBezTo>
                    <a:pt x="1828" y="5691"/>
                    <a:pt x="1757" y="5644"/>
                    <a:pt x="1995" y="5787"/>
                  </a:cubicBezTo>
                  <a:lnTo>
                    <a:pt x="1590" y="6025"/>
                  </a:lnTo>
                  <a:cubicBezTo>
                    <a:pt x="995" y="6370"/>
                    <a:pt x="626" y="7025"/>
                    <a:pt x="626" y="7716"/>
                  </a:cubicBezTo>
                  <a:cubicBezTo>
                    <a:pt x="626" y="8704"/>
                    <a:pt x="1400" y="9537"/>
                    <a:pt x="2388" y="9632"/>
                  </a:cubicBezTo>
                  <a:lnTo>
                    <a:pt x="2412" y="9632"/>
                  </a:lnTo>
                  <a:cubicBezTo>
                    <a:pt x="2495" y="9632"/>
                    <a:pt x="2566" y="9573"/>
                    <a:pt x="2566" y="9478"/>
                  </a:cubicBezTo>
                  <a:cubicBezTo>
                    <a:pt x="2590" y="9394"/>
                    <a:pt x="2507" y="9299"/>
                    <a:pt x="2424" y="9299"/>
                  </a:cubicBezTo>
                  <a:cubicBezTo>
                    <a:pt x="1602" y="9228"/>
                    <a:pt x="959" y="8549"/>
                    <a:pt x="959" y="7727"/>
                  </a:cubicBezTo>
                  <a:cubicBezTo>
                    <a:pt x="959" y="7144"/>
                    <a:pt x="1281" y="6620"/>
                    <a:pt x="1769" y="6346"/>
                  </a:cubicBezTo>
                  <a:lnTo>
                    <a:pt x="2352" y="6013"/>
                  </a:lnTo>
                  <a:lnTo>
                    <a:pt x="3971" y="6942"/>
                  </a:lnTo>
                  <a:lnTo>
                    <a:pt x="3971" y="8763"/>
                  </a:lnTo>
                  <a:cubicBezTo>
                    <a:pt x="3436" y="9061"/>
                    <a:pt x="3305" y="9168"/>
                    <a:pt x="3031" y="9263"/>
                  </a:cubicBezTo>
                  <a:cubicBezTo>
                    <a:pt x="2947" y="9287"/>
                    <a:pt x="2900" y="9382"/>
                    <a:pt x="2912" y="9466"/>
                  </a:cubicBezTo>
                  <a:cubicBezTo>
                    <a:pt x="2943" y="9549"/>
                    <a:pt x="3011" y="9587"/>
                    <a:pt x="3091" y="9587"/>
                  </a:cubicBezTo>
                  <a:cubicBezTo>
                    <a:pt x="3103" y="9587"/>
                    <a:pt x="3114" y="9586"/>
                    <a:pt x="3126" y="9585"/>
                  </a:cubicBezTo>
                  <a:cubicBezTo>
                    <a:pt x="3436" y="9501"/>
                    <a:pt x="3578" y="9359"/>
                    <a:pt x="3959" y="9168"/>
                  </a:cubicBezTo>
                  <a:lnTo>
                    <a:pt x="3959" y="9680"/>
                  </a:lnTo>
                  <a:cubicBezTo>
                    <a:pt x="3959" y="10752"/>
                    <a:pt x="4817" y="11609"/>
                    <a:pt x="5888" y="11609"/>
                  </a:cubicBezTo>
                  <a:cubicBezTo>
                    <a:pt x="6960" y="11609"/>
                    <a:pt x="7829" y="10752"/>
                    <a:pt x="7829" y="9680"/>
                  </a:cubicBezTo>
                  <a:lnTo>
                    <a:pt x="7829" y="9168"/>
                  </a:lnTo>
                  <a:cubicBezTo>
                    <a:pt x="8317" y="9454"/>
                    <a:pt x="8627" y="9680"/>
                    <a:pt x="9222" y="9680"/>
                  </a:cubicBezTo>
                  <a:cubicBezTo>
                    <a:pt x="9555" y="9680"/>
                    <a:pt x="9865" y="9597"/>
                    <a:pt x="10151" y="9442"/>
                  </a:cubicBezTo>
                  <a:cubicBezTo>
                    <a:pt x="10315" y="9597"/>
                    <a:pt x="10543" y="9696"/>
                    <a:pt x="10788" y="9696"/>
                  </a:cubicBezTo>
                  <a:cubicBezTo>
                    <a:pt x="10845" y="9696"/>
                    <a:pt x="10902" y="9691"/>
                    <a:pt x="10960" y="9680"/>
                  </a:cubicBezTo>
                  <a:cubicBezTo>
                    <a:pt x="11865" y="9466"/>
                    <a:pt x="12008" y="8263"/>
                    <a:pt x="11175" y="7894"/>
                  </a:cubicBezTo>
                  <a:cubicBezTo>
                    <a:pt x="11246" y="7156"/>
                    <a:pt x="10889" y="6406"/>
                    <a:pt x="10210" y="6013"/>
                  </a:cubicBezTo>
                  <a:cubicBezTo>
                    <a:pt x="9972" y="5882"/>
                    <a:pt x="10044" y="5918"/>
                    <a:pt x="9805" y="5775"/>
                  </a:cubicBezTo>
                  <a:lnTo>
                    <a:pt x="10210" y="5537"/>
                  </a:lnTo>
                  <a:cubicBezTo>
                    <a:pt x="11127" y="5001"/>
                    <a:pt x="11460" y="3810"/>
                    <a:pt x="10925" y="2882"/>
                  </a:cubicBezTo>
                  <a:cubicBezTo>
                    <a:pt x="10579" y="2286"/>
                    <a:pt x="9924" y="1917"/>
                    <a:pt x="9246" y="1917"/>
                  </a:cubicBezTo>
                  <a:cubicBezTo>
                    <a:pt x="8531" y="1917"/>
                    <a:pt x="8139" y="2286"/>
                    <a:pt x="7841" y="2429"/>
                  </a:cubicBezTo>
                  <a:cubicBezTo>
                    <a:pt x="7829" y="2012"/>
                    <a:pt x="7865" y="1810"/>
                    <a:pt x="7793" y="1489"/>
                  </a:cubicBezTo>
                  <a:cubicBezTo>
                    <a:pt x="7783" y="1408"/>
                    <a:pt x="7704" y="1352"/>
                    <a:pt x="7629" y="1352"/>
                  </a:cubicBezTo>
                  <a:cubicBezTo>
                    <a:pt x="7616" y="1352"/>
                    <a:pt x="7603" y="1354"/>
                    <a:pt x="7591" y="1358"/>
                  </a:cubicBezTo>
                  <a:cubicBezTo>
                    <a:pt x="7496" y="1369"/>
                    <a:pt x="7436" y="1477"/>
                    <a:pt x="7448" y="1560"/>
                  </a:cubicBezTo>
                  <a:cubicBezTo>
                    <a:pt x="7507" y="1834"/>
                    <a:pt x="7484" y="1989"/>
                    <a:pt x="7496" y="2620"/>
                  </a:cubicBezTo>
                  <a:lnTo>
                    <a:pt x="5900" y="3525"/>
                  </a:lnTo>
                  <a:lnTo>
                    <a:pt x="4317" y="2620"/>
                  </a:lnTo>
                  <a:lnTo>
                    <a:pt x="4317" y="1941"/>
                  </a:lnTo>
                  <a:cubicBezTo>
                    <a:pt x="4317" y="1060"/>
                    <a:pt x="5031" y="346"/>
                    <a:pt x="5900" y="346"/>
                  </a:cubicBezTo>
                  <a:cubicBezTo>
                    <a:pt x="6424" y="346"/>
                    <a:pt x="6912" y="596"/>
                    <a:pt x="7210" y="1024"/>
                  </a:cubicBezTo>
                  <a:cubicBezTo>
                    <a:pt x="7246" y="1075"/>
                    <a:pt x="7301" y="1100"/>
                    <a:pt x="7354" y="1100"/>
                  </a:cubicBezTo>
                  <a:cubicBezTo>
                    <a:pt x="7388" y="1100"/>
                    <a:pt x="7420" y="1090"/>
                    <a:pt x="7448" y="1072"/>
                  </a:cubicBezTo>
                  <a:cubicBezTo>
                    <a:pt x="7531" y="1012"/>
                    <a:pt x="7543" y="905"/>
                    <a:pt x="7496" y="834"/>
                  </a:cubicBezTo>
                  <a:cubicBezTo>
                    <a:pt x="7138" y="310"/>
                    <a:pt x="6543" y="0"/>
                    <a:pt x="590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9351"/>
            <a:ext cx="4089965" cy="3341674"/>
          </a:xfrm>
          <a:prstGeom prst="rect">
            <a:avLst/>
          </a:prstGeom>
        </p:spPr>
      </p:pic>
      <p:sp>
        <p:nvSpPr>
          <p:cNvPr id="359" name="Google Shape;359;p41"/>
          <p:cNvSpPr txBox="1">
            <a:spLocks noGrp="1"/>
          </p:cNvSpPr>
          <p:nvPr>
            <p:ph type="ctrTitle" idx="4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Future Enhancments</a:t>
            </a:r>
            <a:endParaRPr dirty="0"/>
          </a:p>
        </p:txBody>
      </p:sp>
      <p:sp>
        <p:nvSpPr>
          <p:cNvPr id="362" name="Google Shape;362;p41"/>
          <p:cNvSpPr txBox="1">
            <a:spLocks noGrp="1"/>
          </p:cNvSpPr>
          <p:nvPr>
            <p:ph type="subTitle" idx="1"/>
          </p:nvPr>
        </p:nvSpPr>
        <p:spPr>
          <a:xfrm>
            <a:off x="4844669" y="20049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Two-factor authentication (2FA)</a:t>
            </a:r>
            <a:r>
              <a:rPr lang="en-US" dirty="0"/>
              <a:t> adds an extra layer of security to a guest house website</a:t>
            </a:r>
            <a:endParaRPr dirty="0"/>
          </a:p>
        </p:txBody>
      </p:sp>
      <p:sp>
        <p:nvSpPr>
          <p:cNvPr id="363" name="Google Shape;363;p41"/>
          <p:cNvSpPr txBox="1">
            <a:spLocks noGrp="1"/>
          </p:cNvSpPr>
          <p:nvPr>
            <p:ph type="subTitle" idx="2"/>
          </p:nvPr>
        </p:nvSpPr>
        <p:spPr>
          <a:xfrm>
            <a:off x="4785137" y="38278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Live chat support</a:t>
            </a:r>
            <a:r>
              <a:rPr lang="en-US" dirty="0"/>
              <a:t> enhances customer experience by providing real-time assistance to users browsing a guest house website</a:t>
            </a:r>
            <a:endParaRPr dirty="0"/>
          </a:p>
        </p:txBody>
      </p:sp>
      <p:sp>
        <p:nvSpPr>
          <p:cNvPr id="364" name="Google Shape;364;p41"/>
          <p:cNvSpPr txBox="1">
            <a:spLocks noGrp="1"/>
          </p:cNvSpPr>
          <p:nvPr>
            <p:ph type="ctrTitle"/>
          </p:nvPr>
        </p:nvSpPr>
        <p:spPr>
          <a:xfrm>
            <a:off x="4813300" y="1632596"/>
            <a:ext cx="22606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Two-factor authentication</a:t>
            </a:r>
          </a:p>
        </p:txBody>
      </p:sp>
      <p:sp>
        <p:nvSpPr>
          <p:cNvPr id="365" name="Google Shape;365;p41"/>
          <p:cNvSpPr txBox="1">
            <a:spLocks noGrp="1"/>
          </p:cNvSpPr>
          <p:nvPr>
            <p:ph type="ctrTitle" idx="3"/>
          </p:nvPr>
        </p:nvSpPr>
        <p:spPr>
          <a:xfrm>
            <a:off x="4697779" y="3364825"/>
            <a:ext cx="26193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Live chat support</a:t>
            </a:r>
          </a:p>
        </p:txBody>
      </p:sp>
      <p:sp>
        <p:nvSpPr>
          <p:cNvPr id="367" name="Google Shape;367;p41"/>
          <p:cNvSpPr/>
          <p:nvPr/>
        </p:nvSpPr>
        <p:spPr>
          <a:xfrm>
            <a:off x="4091850" y="1149350"/>
            <a:ext cx="159300" cy="3341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5641;p63"/>
          <p:cNvGrpSpPr/>
          <p:nvPr/>
        </p:nvGrpSpPr>
        <p:grpSpPr>
          <a:xfrm>
            <a:off x="4358507" y="1459829"/>
            <a:ext cx="347435" cy="345534"/>
            <a:chOff x="3527780" y="2885263"/>
            <a:chExt cx="347435" cy="345534"/>
          </a:xfrm>
        </p:grpSpPr>
        <p:sp>
          <p:nvSpPr>
            <p:cNvPr id="20" name="Google Shape;5642;p63"/>
            <p:cNvSpPr/>
            <p:nvPr/>
          </p:nvSpPr>
          <p:spPr>
            <a:xfrm>
              <a:off x="3527780" y="2885263"/>
              <a:ext cx="347435" cy="345534"/>
            </a:xfrm>
            <a:custGeom>
              <a:avLst/>
              <a:gdLst/>
              <a:ahLst/>
              <a:cxnLst/>
              <a:rect l="l" t="t" r="r" b="b"/>
              <a:pathLst>
                <a:path w="10967" h="10907" extrusionOk="0">
                  <a:moveTo>
                    <a:pt x="3751" y="298"/>
                  </a:moveTo>
                  <a:cubicBezTo>
                    <a:pt x="3811" y="298"/>
                    <a:pt x="3847" y="345"/>
                    <a:pt x="3847" y="405"/>
                  </a:cubicBezTo>
                  <a:cubicBezTo>
                    <a:pt x="3847" y="464"/>
                    <a:pt x="3811" y="512"/>
                    <a:pt x="3751" y="512"/>
                  </a:cubicBezTo>
                  <a:cubicBezTo>
                    <a:pt x="3692" y="512"/>
                    <a:pt x="3644" y="464"/>
                    <a:pt x="3644" y="405"/>
                  </a:cubicBezTo>
                  <a:cubicBezTo>
                    <a:pt x="3656" y="345"/>
                    <a:pt x="3704" y="298"/>
                    <a:pt x="3751" y="298"/>
                  </a:cubicBezTo>
                  <a:close/>
                  <a:moveTo>
                    <a:pt x="5490" y="298"/>
                  </a:moveTo>
                  <a:cubicBezTo>
                    <a:pt x="5549" y="298"/>
                    <a:pt x="5597" y="345"/>
                    <a:pt x="5597" y="405"/>
                  </a:cubicBezTo>
                  <a:cubicBezTo>
                    <a:pt x="5597" y="464"/>
                    <a:pt x="5549" y="512"/>
                    <a:pt x="5490" y="512"/>
                  </a:cubicBezTo>
                  <a:cubicBezTo>
                    <a:pt x="5430" y="512"/>
                    <a:pt x="5382" y="464"/>
                    <a:pt x="5382" y="405"/>
                  </a:cubicBezTo>
                  <a:cubicBezTo>
                    <a:pt x="5382" y="345"/>
                    <a:pt x="5430" y="298"/>
                    <a:pt x="5490" y="298"/>
                  </a:cubicBezTo>
                  <a:close/>
                  <a:moveTo>
                    <a:pt x="7216" y="298"/>
                  </a:moveTo>
                  <a:cubicBezTo>
                    <a:pt x="7276" y="298"/>
                    <a:pt x="7323" y="345"/>
                    <a:pt x="7323" y="405"/>
                  </a:cubicBezTo>
                  <a:cubicBezTo>
                    <a:pt x="7323" y="464"/>
                    <a:pt x="7276" y="512"/>
                    <a:pt x="7216" y="512"/>
                  </a:cubicBezTo>
                  <a:cubicBezTo>
                    <a:pt x="7156" y="512"/>
                    <a:pt x="7109" y="464"/>
                    <a:pt x="7109" y="405"/>
                  </a:cubicBezTo>
                  <a:cubicBezTo>
                    <a:pt x="7109" y="345"/>
                    <a:pt x="7156" y="298"/>
                    <a:pt x="7216" y="298"/>
                  </a:cubicBezTo>
                  <a:close/>
                  <a:moveTo>
                    <a:pt x="394" y="3632"/>
                  </a:moveTo>
                  <a:cubicBezTo>
                    <a:pt x="453" y="3632"/>
                    <a:pt x="501" y="3679"/>
                    <a:pt x="501" y="3739"/>
                  </a:cubicBezTo>
                  <a:cubicBezTo>
                    <a:pt x="501" y="3798"/>
                    <a:pt x="453" y="3846"/>
                    <a:pt x="394" y="3846"/>
                  </a:cubicBezTo>
                  <a:cubicBezTo>
                    <a:pt x="334" y="3846"/>
                    <a:pt x="287" y="3798"/>
                    <a:pt x="287" y="3739"/>
                  </a:cubicBezTo>
                  <a:cubicBezTo>
                    <a:pt x="287" y="3679"/>
                    <a:pt x="334" y="3632"/>
                    <a:pt x="394" y="3632"/>
                  </a:cubicBezTo>
                  <a:close/>
                  <a:moveTo>
                    <a:pt x="10562" y="3655"/>
                  </a:moveTo>
                  <a:cubicBezTo>
                    <a:pt x="10621" y="3655"/>
                    <a:pt x="10669" y="3691"/>
                    <a:pt x="10669" y="3763"/>
                  </a:cubicBezTo>
                  <a:cubicBezTo>
                    <a:pt x="10669" y="3822"/>
                    <a:pt x="10621" y="3858"/>
                    <a:pt x="10562" y="3858"/>
                  </a:cubicBezTo>
                  <a:cubicBezTo>
                    <a:pt x="10502" y="3858"/>
                    <a:pt x="10454" y="3822"/>
                    <a:pt x="10454" y="3763"/>
                  </a:cubicBezTo>
                  <a:cubicBezTo>
                    <a:pt x="10454" y="3691"/>
                    <a:pt x="10502" y="3655"/>
                    <a:pt x="10562" y="3655"/>
                  </a:cubicBezTo>
                  <a:close/>
                  <a:moveTo>
                    <a:pt x="394" y="5382"/>
                  </a:moveTo>
                  <a:cubicBezTo>
                    <a:pt x="453" y="5382"/>
                    <a:pt x="501" y="5417"/>
                    <a:pt x="501" y="5477"/>
                  </a:cubicBezTo>
                  <a:cubicBezTo>
                    <a:pt x="501" y="5548"/>
                    <a:pt x="453" y="5584"/>
                    <a:pt x="394" y="5584"/>
                  </a:cubicBezTo>
                  <a:cubicBezTo>
                    <a:pt x="334" y="5584"/>
                    <a:pt x="287" y="5548"/>
                    <a:pt x="287" y="5477"/>
                  </a:cubicBezTo>
                  <a:cubicBezTo>
                    <a:pt x="287" y="5417"/>
                    <a:pt x="334" y="5382"/>
                    <a:pt x="394" y="5382"/>
                  </a:cubicBezTo>
                  <a:close/>
                  <a:moveTo>
                    <a:pt x="10562" y="5382"/>
                  </a:moveTo>
                  <a:cubicBezTo>
                    <a:pt x="10621" y="5382"/>
                    <a:pt x="10669" y="5429"/>
                    <a:pt x="10669" y="5489"/>
                  </a:cubicBezTo>
                  <a:cubicBezTo>
                    <a:pt x="10669" y="5548"/>
                    <a:pt x="10621" y="5584"/>
                    <a:pt x="10562" y="5584"/>
                  </a:cubicBezTo>
                  <a:cubicBezTo>
                    <a:pt x="10502" y="5584"/>
                    <a:pt x="10454" y="5548"/>
                    <a:pt x="10454" y="5489"/>
                  </a:cubicBezTo>
                  <a:cubicBezTo>
                    <a:pt x="10454" y="5429"/>
                    <a:pt x="10502" y="5382"/>
                    <a:pt x="10562" y="5382"/>
                  </a:cubicBezTo>
                  <a:close/>
                  <a:moveTo>
                    <a:pt x="394" y="7108"/>
                  </a:moveTo>
                  <a:cubicBezTo>
                    <a:pt x="453" y="7108"/>
                    <a:pt x="501" y="7144"/>
                    <a:pt x="501" y="7215"/>
                  </a:cubicBezTo>
                  <a:cubicBezTo>
                    <a:pt x="501" y="7275"/>
                    <a:pt x="453" y="7311"/>
                    <a:pt x="394" y="7311"/>
                  </a:cubicBezTo>
                  <a:cubicBezTo>
                    <a:pt x="334" y="7311"/>
                    <a:pt x="287" y="7275"/>
                    <a:pt x="287" y="7215"/>
                  </a:cubicBezTo>
                  <a:cubicBezTo>
                    <a:pt x="287" y="7144"/>
                    <a:pt x="334" y="7108"/>
                    <a:pt x="394" y="7108"/>
                  </a:cubicBezTo>
                  <a:close/>
                  <a:moveTo>
                    <a:pt x="10562" y="7120"/>
                  </a:moveTo>
                  <a:cubicBezTo>
                    <a:pt x="10621" y="7120"/>
                    <a:pt x="10669" y="7168"/>
                    <a:pt x="10669" y="7227"/>
                  </a:cubicBezTo>
                  <a:cubicBezTo>
                    <a:pt x="10669" y="7287"/>
                    <a:pt x="10621" y="7334"/>
                    <a:pt x="10562" y="7334"/>
                  </a:cubicBezTo>
                  <a:cubicBezTo>
                    <a:pt x="10502" y="7334"/>
                    <a:pt x="10454" y="7287"/>
                    <a:pt x="10454" y="7227"/>
                  </a:cubicBezTo>
                  <a:cubicBezTo>
                    <a:pt x="10454" y="7168"/>
                    <a:pt x="10502" y="7120"/>
                    <a:pt x="10562" y="7120"/>
                  </a:cubicBezTo>
                  <a:close/>
                  <a:moveTo>
                    <a:pt x="3751" y="10454"/>
                  </a:moveTo>
                  <a:cubicBezTo>
                    <a:pt x="3811" y="10454"/>
                    <a:pt x="3847" y="10501"/>
                    <a:pt x="3847" y="10561"/>
                  </a:cubicBezTo>
                  <a:cubicBezTo>
                    <a:pt x="3847" y="10621"/>
                    <a:pt x="3811" y="10668"/>
                    <a:pt x="3751" y="10668"/>
                  </a:cubicBezTo>
                  <a:cubicBezTo>
                    <a:pt x="3692" y="10668"/>
                    <a:pt x="3644" y="10621"/>
                    <a:pt x="3644" y="10561"/>
                  </a:cubicBezTo>
                  <a:cubicBezTo>
                    <a:pt x="3644" y="10501"/>
                    <a:pt x="3680" y="10454"/>
                    <a:pt x="3751" y="10454"/>
                  </a:cubicBezTo>
                  <a:close/>
                  <a:moveTo>
                    <a:pt x="5490" y="10454"/>
                  </a:moveTo>
                  <a:cubicBezTo>
                    <a:pt x="5549" y="10454"/>
                    <a:pt x="5597" y="10501"/>
                    <a:pt x="5597" y="10561"/>
                  </a:cubicBezTo>
                  <a:cubicBezTo>
                    <a:pt x="5597" y="10621"/>
                    <a:pt x="5537" y="10668"/>
                    <a:pt x="5490" y="10668"/>
                  </a:cubicBezTo>
                  <a:cubicBezTo>
                    <a:pt x="5430" y="10668"/>
                    <a:pt x="5382" y="10621"/>
                    <a:pt x="5382" y="10561"/>
                  </a:cubicBezTo>
                  <a:cubicBezTo>
                    <a:pt x="5382" y="10501"/>
                    <a:pt x="5430" y="10454"/>
                    <a:pt x="5490" y="10454"/>
                  </a:cubicBezTo>
                  <a:close/>
                  <a:moveTo>
                    <a:pt x="7216" y="10454"/>
                  </a:moveTo>
                  <a:cubicBezTo>
                    <a:pt x="7276" y="10454"/>
                    <a:pt x="7323" y="10501"/>
                    <a:pt x="7323" y="10561"/>
                  </a:cubicBezTo>
                  <a:cubicBezTo>
                    <a:pt x="7323" y="10621"/>
                    <a:pt x="7276" y="10668"/>
                    <a:pt x="7216" y="10668"/>
                  </a:cubicBezTo>
                  <a:cubicBezTo>
                    <a:pt x="7156" y="10668"/>
                    <a:pt x="7109" y="10621"/>
                    <a:pt x="7109" y="10561"/>
                  </a:cubicBezTo>
                  <a:cubicBezTo>
                    <a:pt x="7109" y="10501"/>
                    <a:pt x="7156" y="10454"/>
                    <a:pt x="7216" y="10454"/>
                  </a:cubicBezTo>
                  <a:close/>
                  <a:moveTo>
                    <a:pt x="3811" y="0"/>
                  </a:moveTo>
                  <a:cubicBezTo>
                    <a:pt x="3561" y="0"/>
                    <a:pt x="3394" y="203"/>
                    <a:pt x="3394" y="417"/>
                  </a:cubicBezTo>
                  <a:cubicBezTo>
                    <a:pt x="3394" y="595"/>
                    <a:pt x="3489" y="750"/>
                    <a:pt x="3656" y="810"/>
                  </a:cubicBezTo>
                  <a:lnTo>
                    <a:pt x="3656" y="1738"/>
                  </a:lnTo>
                  <a:lnTo>
                    <a:pt x="1965" y="1738"/>
                  </a:lnTo>
                  <a:cubicBezTo>
                    <a:pt x="1870" y="1738"/>
                    <a:pt x="1799" y="1810"/>
                    <a:pt x="1799" y="1893"/>
                  </a:cubicBezTo>
                  <a:lnTo>
                    <a:pt x="1799" y="3596"/>
                  </a:lnTo>
                  <a:lnTo>
                    <a:pt x="799" y="3596"/>
                  </a:lnTo>
                  <a:cubicBezTo>
                    <a:pt x="739" y="3441"/>
                    <a:pt x="596" y="3322"/>
                    <a:pt x="418" y="3322"/>
                  </a:cubicBezTo>
                  <a:cubicBezTo>
                    <a:pt x="179" y="3322"/>
                    <a:pt x="1" y="3524"/>
                    <a:pt x="1" y="3739"/>
                  </a:cubicBezTo>
                  <a:cubicBezTo>
                    <a:pt x="1" y="3977"/>
                    <a:pt x="191" y="4155"/>
                    <a:pt x="418" y="4155"/>
                  </a:cubicBezTo>
                  <a:cubicBezTo>
                    <a:pt x="596" y="4155"/>
                    <a:pt x="739" y="4048"/>
                    <a:pt x="799" y="3893"/>
                  </a:cubicBezTo>
                  <a:lnTo>
                    <a:pt x="1727" y="3893"/>
                  </a:lnTo>
                  <a:lnTo>
                    <a:pt x="1727" y="5310"/>
                  </a:lnTo>
                  <a:lnTo>
                    <a:pt x="799" y="5310"/>
                  </a:lnTo>
                  <a:cubicBezTo>
                    <a:pt x="739" y="5156"/>
                    <a:pt x="596" y="5036"/>
                    <a:pt x="418" y="5036"/>
                  </a:cubicBezTo>
                  <a:cubicBezTo>
                    <a:pt x="179" y="5036"/>
                    <a:pt x="1" y="5227"/>
                    <a:pt x="1" y="5453"/>
                  </a:cubicBezTo>
                  <a:cubicBezTo>
                    <a:pt x="1" y="5691"/>
                    <a:pt x="191" y="5870"/>
                    <a:pt x="418" y="5870"/>
                  </a:cubicBezTo>
                  <a:cubicBezTo>
                    <a:pt x="596" y="5870"/>
                    <a:pt x="739" y="5763"/>
                    <a:pt x="799" y="5608"/>
                  </a:cubicBezTo>
                  <a:lnTo>
                    <a:pt x="1727" y="5608"/>
                  </a:lnTo>
                  <a:lnTo>
                    <a:pt x="1727" y="7013"/>
                  </a:lnTo>
                  <a:lnTo>
                    <a:pt x="799" y="7013"/>
                  </a:lnTo>
                  <a:cubicBezTo>
                    <a:pt x="739" y="6870"/>
                    <a:pt x="596" y="6751"/>
                    <a:pt x="418" y="6751"/>
                  </a:cubicBezTo>
                  <a:cubicBezTo>
                    <a:pt x="179" y="6751"/>
                    <a:pt x="1" y="6941"/>
                    <a:pt x="1" y="7168"/>
                  </a:cubicBezTo>
                  <a:cubicBezTo>
                    <a:pt x="1" y="7406"/>
                    <a:pt x="191" y="7584"/>
                    <a:pt x="418" y="7584"/>
                  </a:cubicBezTo>
                  <a:cubicBezTo>
                    <a:pt x="596" y="7584"/>
                    <a:pt x="739" y="7477"/>
                    <a:pt x="799" y="7311"/>
                  </a:cubicBezTo>
                  <a:lnTo>
                    <a:pt x="1727" y="7311"/>
                  </a:lnTo>
                  <a:lnTo>
                    <a:pt x="1727" y="9013"/>
                  </a:lnTo>
                  <a:cubicBezTo>
                    <a:pt x="1727" y="9097"/>
                    <a:pt x="1799" y="9180"/>
                    <a:pt x="1882" y="9180"/>
                  </a:cubicBezTo>
                  <a:lnTo>
                    <a:pt x="3585" y="9180"/>
                  </a:lnTo>
                  <a:lnTo>
                    <a:pt x="3585" y="10097"/>
                  </a:lnTo>
                  <a:cubicBezTo>
                    <a:pt x="3430" y="10156"/>
                    <a:pt x="3311" y="10311"/>
                    <a:pt x="3311" y="10490"/>
                  </a:cubicBezTo>
                  <a:cubicBezTo>
                    <a:pt x="3311" y="10728"/>
                    <a:pt x="3513" y="10906"/>
                    <a:pt x="3727" y="10906"/>
                  </a:cubicBezTo>
                  <a:cubicBezTo>
                    <a:pt x="3966" y="10906"/>
                    <a:pt x="4144" y="10704"/>
                    <a:pt x="4144" y="10490"/>
                  </a:cubicBezTo>
                  <a:cubicBezTo>
                    <a:pt x="4144" y="10311"/>
                    <a:pt x="4049" y="10156"/>
                    <a:pt x="3882" y="10097"/>
                  </a:cubicBezTo>
                  <a:lnTo>
                    <a:pt x="3882" y="9180"/>
                  </a:lnTo>
                  <a:lnTo>
                    <a:pt x="5299" y="9180"/>
                  </a:lnTo>
                  <a:lnTo>
                    <a:pt x="5299" y="10097"/>
                  </a:lnTo>
                  <a:cubicBezTo>
                    <a:pt x="5144" y="10156"/>
                    <a:pt x="5025" y="10311"/>
                    <a:pt x="5025" y="10490"/>
                  </a:cubicBezTo>
                  <a:cubicBezTo>
                    <a:pt x="5025" y="10728"/>
                    <a:pt x="5216" y="10906"/>
                    <a:pt x="5442" y="10906"/>
                  </a:cubicBezTo>
                  <a:cubicBezTo>
                    <a:pt x="5680" y="10906"/>
                    <a:pt x="5859" y="10704"/>
                    <a:pt x="5859" y="10490"/>
                  </a:cubicBezTo>
                  <a:cubicBezTo>
                    <a:pt x="5859" y="10311"/>
                    <a:pt x="5752" y="10156"/>
                    <a:pt x="5597" y="10097"/>
                  </a:cubicBezTo>
                  <a:lnTo>
                    <a:pt x="5597" y="9180"/>
                  </a:lnTo>
                  <a:lnTo>
                    <a:pt x="7002" y="9180"/>
                  </a:lnTo>
                  <a:lnTo>
                    <a:pt x="7002" y="10097"/>
                  </a:lnTo>
                  <a:cubicBezTo>
                    <a:pt x="6859" y="10156"/>
                    <a:pt x="6740" y="10311"/>
                    <a:pt x="6740" y="10490"/>
                  </a:cubicBezTo>
                  <a:cubicBezTo>
                    <a:pt x="6740" y="10728"/>
                    <a:pt x="6930" y="10906"/>
                    <a:pt x="7156" y="10906"/>
                  </a:cubicBezTo>
                  <a:cubicBezTo>
                    <a:pt x="7383" y="10906"/>
                    <a:pt x="7573" y="10704"/>
                    <a:pt x="7573" y="10490"/>
                  </a:cubicBezTo>
                  <a:cubicBezTo>
                    <a:pt x="7573" y="10311"/>
                    <a:pt x="7466" y="10156"/>
                    <a:pt x="7299" y="10097"/>
                  </a:cubicBezTo>
                  <a:lnTo>
                    <a:pt x="7299" y="9180"/>
                  </a:lnTo>
                  <a:lnTo>
                    <a:pt x="9002" y="9180"/>
                  </a:lnTo>
                  <a:cubicBezTo>
                    <a:pt x="9085" y="9180"/>
                    <a:pt x="9169" y="9097"/>
                    <a:pt x="9169" y="9013"/>
                  </a:cubicBezTo>
                  <a:lnTo>
                    <a:pt x="9169" y="7311"/>
                  </a:lnTo>
                  <a:lnTo>
                    <a:pt x="10085" y="7311"/>
                  </a:lnTo>
                  <a:cubicBezTo>
                    <a:pt x="10145" y="7465"/>
                    <a:pt x="10300" y="7584"/>
                    <a:pt x="10478" y="7584"/>
                  </a:cubicBezTo>
                  <a:cubicBezTo>
                    <a:pt x="10716" y="7584"/>
                    <a:pt x="10895" y="7394"/>
                    <a:pt x="10895" y="7168"/>
                  </a:cubicBezTo>
                  <a:cubicBezTo>
                    <a:pt x="10895" y="6930"/>
                    <a:pt x="10693" y="6751"/>
                    <a:pt x="10478" y="6751"/>
                  </a:cubicBezTo>
                  <a:cubicBezTo>
                    <a:pt x="10300" y="6751"/>
                    <a:pt x="10145" y="6858"/>
                    <a:pt x="10085" y="7013"/>
                  </a:cubicBezTo>
                  <a:lnTo>
                    <a:pt x="9169" y="7013"/>
                  </a:lnTo>
                  <a:lnTo>
                    <a:pt x="9240" y="5644"/>
                  </a:lnTo>
                  <a:lnTo>
                    <a:pt x="10157" y="5644"/>
                  </a:lnTo>
                  <a:cubicBezTo>
                    <a:pt x="10216" y="5798"/>
                    <a:pt x="10371" y="5918"/>
                    <a:pt x="10550" y="5918"/>
                  </a:cubicBezTo>
                  <a:cubicBezTo>
                    <a:pt x="10788" y="5918"/>
                    <a:pt x="10966" y="5727"/>
                    <a:pt x="10966" y="5501"/>
                  </a:cubicBezTo>
                  <a:cubicBezTo>
                    <a:pt x="10966" y="5263"/>
                    <a:pt x="10776" y="5084"/>
                    <a:pt x="10550" y="5084"/>
                  </a:cubicBezTo>
                  <a:cubicBezTo>
                    <a:pt x="10371" y="5084"/>
                    <a:pt x="10216" y="5191"/>
                    <a:pt x="10157" y="5346"/>
                  </a:cubicBezTo>
                  <a:lnTo>
                    <a:pt x="9240" y="5346"/>
                  </a:lnTo>
                  <a:lnTo>
                    <a:pt x="9240" y="3905"/>
                  </a:lnTo>
                  <a:lnTo>
                    <a:pt x="10157" y="3905"/>
                  </a:lnTo>
                  <a:cubicBezTo>
                    <a:pt x="10216" y="4060"/>
                    <a:pt x="10371" y="4179"/>
                    <a:pt x="10550" y="4179"/>
                  </a:cubicBezTo>
                  <a:cubicBezTo>
                    <a:pt x="10788" y="4179"/>
                    <a:pt x="10966" y="3977"/>
                    <a:pt x="10966" y="3763"/>
                  </a:cubicBezTo>
                  <a:cubicBezTo>
                    <a:pt x="10966" y="3524"/>
                    <a:pt x="10776" y="3346"/>
                    <a:pt x="10550" y="3346"/>
                  </a:cubicBezTo>
                  <a:cubicBezTo>
                    <a:pt x="10371" y="3346"/>
                    <a:pt x="10216" y="3441"/>
                    <a:pt x="10157" y="3608"/>
                  </a:cubicBezTo>
                  <a:lnTo>
                    <a:pt x="9240" y="3608"/>
                  </a:lnTo>
                  <a:lnTo>
                    <a:pt x="9240" y="1917"/>
                  </a:lnTo>
                  <a:cubicBezTo>
                    <a:pt x="9240" y="1822"/>
                    <a:pt x="9169" y="1750"/>
                    <a:pt x="9073" y="1750"/>
                  </a:cubicBezTo>
                  <a:lnTo>
                    <a:pt x="8395" y="1750"/>
                  </a:lnTo>
                  <a:cubicBezTo>
                    <a:pt x="8299" y="1750"/>
                    <a:pt x="8228" y="1822"/>
                    <a:pt x="8228" y="1917"/>
                  </a:cubicBezTo>
                  <a:cubicBezTo>
                    <a:pt x="8228" y="2000"/>
                    <a:pt x="8299" y="2072"/>
                    <a:pt x="8395" y="2072"/>
                  </a:cubicBezTo>
                  <a:lnTo>
                    <a:pt x="8930" y="2072"/>
                  </a:lnTo>
                  <a:lnTo>
                    <a:pt x="8930" y="3763"/>
                  </a:lnTo>
                  <a:lnTo>
                    <a:pt x="8930" y="5489"/>
                  </a:lnTo>
                  <a:lnTo>
                    <a:pt x="8930" y="7215"/>
                  </a:lnTo>
                  <a:lnTo>
                    <a:pt x="8930" y="8906"/>
                  </a:lnTo>
                  <a:lnTo>
                    <a:pt x="2049" y="8906"/>
                  </a:lnTo>
                  <a:lnTo>
                    <a:pt x="2049" y="7215"/>
                  </a:lnTo>
                  <a:lnTo>
                    <a:pt x="2049" y="5489"/>
                  </a:lnTo>
                  <a:lnTo>
                    <a:pt x="2049" y="3763"/>
                  </a:lnTo>
                  <a:lnTo>
                    <a:pt x="2049" y="2060"/>
                  </a:lnTo>
                  <a:lnTo>
                    <a:pt x="7752" y="2060"/>
                  </a:lnTo>
                  <a:cubicBezTo>
                    <a:pt x="7835" y="2060"/>
                    <a:pt x="7918" y="1988"/>
                    <a:pt x="7918" y="1893"/>
                  </a:cubicBezTo>
                  <a:cubicBezTo>
                    <a:pt x="7918" y="1810"/>
                    <a:pt x="7835" y="1738"/>
                    <a:pt x="7752" y="1738"/>
                  </a:cubicBezTo>
                  <a:lnTo>
                    <a:pt x="7383" y="1738"/>
                  </a:lnTo>
                  <a:lnTo>
                    <a:pt x="7383" y="810"/>
                  </a:lnTo>
                  <a:cubicBezTo>
                    <a:pt x="7526" y="750"/>
                    <a:pt x="7645" y="595"/>
                    <a:pt x="7645" y="417"/>
                  </a:cubicBezTo>
                  <a:cubicBezTo>
                    <a:pt x="7645" y="179"/>
                    <a:pt x="7454" y="0"/>
                    <a:pt x="7228" y="0"/>
                  </a:cubicBezTo>
                  <a:cubicBezTo>
                    <a:pt x="6990" y="0"/>
                    <a:pt x="6811" y="203"/>
                    <a:pt x="6811" y="417"/>
                  </a:cubicBezTo>
                  <a:cubicBezTo>
                    <a:pt x="6811" y="595"/>
                    <a:pt x="6918" y="750"/>
                    <a:pt x="7085" y="810"/>
                  </a:cubicBezTo>
                  <a:lnTo>
                    <a:pt x="7085" y="1738"/>
                  </a:lnTo>
                  <a:lnTo>
                    <a:pt x="5668" y="1738"/>
                  </a:lnTo>
                  <a:lnTo>
                    <a:pt x="5668" y="810"/>
                  </a:lnTo>
                  <a:cubicBezTo>
                    <a:pt x="5811" y="750"/>
                    <a:pt x="5930" y="595"/>
                    <a:pt x="5930" y="417"/>
                  </a:cubicBezTo>
                  <a:cubicBezTo>
                    <a:pt x="5930" y="179"/>
                    <a:pt x="5740" y="0"/>
                    <a:pt x="5513" y="0"/>
                  </a:cubicBezTo>
                  <a:cubicBezTo>
                    <a:pt x="5275" y="0"/>
                    <a:pt x="5097" y="203"/>
                    <a:pt x="5097" y="417"/>
                  </a:cubicBezTo>
                  <a:cubicBezTo>
                    <a:pt x="5097" y="595"/>
                    <a:pt x="5204" y="750"/>
                    <a:pt x="5371" y="810"/>
                  </a:cubicBezTo>
                  <a:lnTo>
                    <a:pt x="5371" y="1738"/>
                  </a:lnTo>
                  <a:lnTo>
                    <a:pt x="3954" y="1738"/>
                  </a:lnTo>
                  <a:lnTo>
                    <a:pt x="3954" y="810"/>
                  </a:lnTo>
                  <a:cubicBezTo>
                    <a:pt x="4108" y="750"/>
                    <a:pt x="4216" y="595"/>
                    <a:pt x="4216" y="417"/>
                  </a:cubicBezTo>
                  <a:cubicBezTo>
                    <a:pt x="4216" y="179"/>
                    <a:pt x="4025" y="0"/>
                    <a:pt x="381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643;p63"/>
            <p:cNvSpPr/>
            <p:nvPr/>
          </p:nvSpPr>
          <p:spPr>
            <a:xfrm>
              <a:off x="3599440" y="2956543"/>
              <a:ext cx="204494" cy="204843"/>
            </a:xfrm>
            <a:custGeom>
              <a:avLst/>
              <a:gdLst/>
              <a:ahLst/>
              <a:cxnLst/>
              <a:rect l="l" t="t" r="r" b="b"/>
              <a:pathLst>
                <a:path w="6455" h="6466" extrusionOk="0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4644"/>
                  </a:lnTo>
                  <a:cubicBezTo>
                    <a:pt x="1" y="4739"/>
                    <a:pt x="72" y="4811"/>
                    <a:pt x="156" y="4811"/>
                  </a:cubicBezTo>
                  <a:cubicBezTo>
                    <a:pt x="251" y="4811"/>
                    <a:pt x="322" y="4739"/>
                    <a:pt x="322" y="4644"/>
                  </a:cubicBezTo>
                  <a:lnTo>
                    <a:pt x="322" y="334"/>
                  </a:lnTo>
                  <a:lnTo>
                    <a:pt x="6133" y="334"/>
                  </a:lnTo>
                  <a:lnTo>
                    <a:pt x="6133" y="6132"/>
                  </a:lnTo>
                  <a:lnTo>
                    <a:pt x="322" y="6132"/>
                  </a:lnTo>
                  <a:lnTo>
                    <a:pt x="322" y="5287"/>
                  </a:lnTo>
                  <a:cubicBezTo>
                    <a:pt x="322" y="5203"/>
                    <a:pt x="251" y="5120"/>
                    <a:pt x="156" y="5120"/>
                  </a:cubicBezTo>
                  <a:cubicBezTo>
                    <a:pt x="72" y="5120"/>
                    <a:pt x="1" y="5203"/>
                    <a:pt x="1" y="5287"/>
                  </a:cubicBezTo>
                  <a:lnTo>
                    <a:pt x="1" y="6299"/>
                  </a:lnTo>
                  <a:cubicBezTo>
                    <a:pt x="1" y="6394"/>
                    <a:pt x="72" y="6466"/>
                    <a:pt x="156" y="6466"/>
                  </a:cubicBezTo>
                  <a:lnTo>
                    <a:pt x="6287" y="6466"/>
                  </a:lnTo>
                  <a:cubicBezTo>
                    <a:pt x="6383" y="6466"/>
                    <a:pt x="6454" y="6394"/>
                    <a:pt x="6454" y="6299"/>
                  </a:cubicBezTo>
                  <a:lnTo>
                    <a:pt x="6454" y="167"/>
                  </a:lnTo>
                  <a:cubicBezTo>
                    <a:pt x="6442" y="84"/>
                    <a:pt x="6383" y="0"/>
                    <a:pt x="628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644;p63"/>
            <p:cNvSpPr/>
            <p:nvPr/>
          </p:nvSpPr>
          <p:spPr>
            <a:xfrm>
              <a:off x="3661691" y="3018763"/>
              <a:ext cx="79992" cy="80372"/>
            </a:xfrm>
            <a:custGeom>
              <a:avLst/>
              <a:gdLst/>
              <a:ahLst/>
              <a:cxnLst/>
              <a:rect l="l" t="t" r="r" b="b"/>
              <a:pathLst>
                <a:path w="2525" h="2537" extrusionOk="0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2370"/>
                  </a:lnTo>
                  <a:cubicBezTo>
                    <a:pt x="1" y="2466"/>
                    <a:pt x="72" y="2537"/>
                    <a:pt x="155" y="2537"/>
                  </a:cubicBezTo>
                  <a:lnTo>
                    <a:pt x="1013" y="2537"/>
                  </a:lnTo>
                  <a:cubicBezTo>
                    <a:pt x="1096" y="2537"/>
                    <a:pt x="1167" y="2466"/>
                    <a:pt x="1167" y="2370"/>
                  </a:cubicBezTo>
                  <a:cubicBezTo>
                    <a:pt x="1167" y="2287"/>
                    <a:pt x="1096" y="2204"/>
                    <a:pt x="1013" y="2204"/>
                  </a:cubicBezTo>
                  <a:lnTo>
                    <a:pt x="322" y="2204"/>
                  </a:lnTo>
                  <a:lnTo>
                    <a:pt x="322" y="322"/>
                  </a:lnTo>
                  <a:lnTo>
                    <a:pt x="2215" y="322"/>
                  </a:lnTo>
                  <a:lnTo>
                    <a:pt x="2215" y="2204"/>
                  </a:lnTo>
                  <a:lnTo>
                    <a:pt x="1632" y="2204"/>
                  </a:lnTo>
                  <a:cubicBezTo>
                    <a:pt x="1548" y="2204"/>
                    <a:pt x="1465" y="2287"/>
                    <a:pt x="1465" y="2370"/>
                  </a:cubicBezTo>
                  <a:cubicBezTo>
                    <a:pt x="1465" y="2466"/>
                    <a:pt x="1548" y="2537"/>
                    <a:pt x="1632" y="2537"/>
                  </a:cubicBezTo>
                  <a:lnTo>
                    <a:pt x="2346" y="2537"/>
                  </a:lnTo>
                  <a:cubicBezTo>
                    <a:pt x="2441" y="2537"/>
                    <a:pt x="2513" y="2466"/>
                    <a:pt x="2513" y="2370"/>
                  </a:cubicBezTo>
                  <a:lnTo>
                    <a:pt x="2513" y="168"/>
                  </a:lnTo>
                  <a:cubicBezTo>
                    <a:pt x="2525" y="84"/>
                    <a:pt x="2453" y="1"/>
                    <a:pt x="235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645;p63"/>
            <p:cNvSpPr/>
            <p:nvPr/>
          </p:nvSpPr>
          <p:spPr>
            <a:xfrm>
              <a:off x="3625101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646;p63"/>
            <p:cNvSpPr/>
            <p:nvPr/>
          </p:nvSpPr>
          <p:spPr>
            <a:xfrm>
              <a:off x="3651522" y="2982552"/>
              <a:ext cx="18881" cy="18533"/>
            </a:xfrm>
            <a:custGeom>
              <a:avLst/>
              <a:gdLst/>
              <a:ahLst/>
              <a:cxnLst/>
              <a:rect l="l" t="t" r="r" b="b"/>
              <a:pathLst>
                <a:path w="596" h="585" extrusionOk="0">
                  <a:moveTo>
                    <a:pt x="167" y="1"/>
                  </a:moveTo>
                  <a:cubicBezTo>
                    <a:pt x="83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83" y="584"/>
                    <a:pt x="167" y="584"/>
                  </a:cubicBezTo>
                  <a:lnTo>
                    <a:pt x="417" y="584"/>
                  </a:lnTo>
                  <a:cubicBezTo>
                    <a:pt x="512" y="584"/>
                    <a:pt x="583" y="513"/>
                    <a:pt x="583" y="418"/>
                  </a:cubicBezTo>
                  <a:lnTo>
                    <a:pt x="583" y="168"/>
                  </a:lnTo>
                  <a:cubicBezTo>
                    <a:pt x="595" y="72"/>
                    <a:pt x="524" y="1"/>
                    <a:pt x="44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647;p63"/>
            <p:cNvSpPr/>
            <p:nvPr/>
          </p:nvSpPr>
          <p:spPr>
            <a:xfrm>
              <a:off x="3679052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00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648;p63"/>
            <p:cNvSpPr/>
            <p:nvPr/>
          </p:nvSpPr>
          <p:spPr>
            <a:xfrm>
              <a:off x="3705822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649;p63"/>
            <p:cNvSpPr/>
            <p:nvPr/>
          </p:nvSpPr>
          <p:spPr>
            <a:xfrm>
              <a:off x="3732591" y="2982552"/>
              <a:ext cx="18533" cy="18533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72" y="584"/>
                    <a:pt x="168" y="584"/>
                  </a:cubicBezTo>
                  <a:lnTo>
                    <a:pt x="418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650;p63"/>
            <p:cNvSpPr/>
            <p:nvPr/>
          </p:nvSpPr>
          <p:spPr>
            <a:xfrm>
              <a:off x="3759773" y="2982552"/>
              <a:ext cx="18121" cy="18533"/>
            </a:xfrm>
            <a:custGeom>
              <a:avLst/>
              <a:gdLst/>
              <a:ahLst/>
              <a:cxnLst/>
              <a:rect l="l" t="t" r="r" b="b"/>
              <a:pathLst>
                <a:path w="572" h="58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3"/>
                    <a:pt x="572" y="418"/>
                  </a:cubicBezTo>
                  <a:lnTo>
                    <a:pt x="572" y="168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651;p63"/>
            <p:cNvSpPr/>
            <p:nvPr/>
          </p:nvSpPr>
          <p:spPr>
            <a:xfrm>
              <a:off x="3625101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84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652;p63"/>
            <p:cNvSpPr/>
            <p:nvPr/>
          </p:nvSpPr>
          <p:spPr>
            <a:xfrm>
              <a:off x="3651522" y="3116844"/>
              <a:ext cx="18881" cy="18501"/>
            </a:xfrm>
            <a:custGeom>
              <a:avLst/>
              <a:gdLst/>
              <a:ahLst/>
              <a:cxnLst/>
              <a:rect l="l" t="t" r="r" b="b"/>
              <a:pathLst>
                <a:path w="596" h="584" extrusionOk="0">
                  <a:moveTo>
                    <a:pt x="167" y="1"/>
                  </a:moveTo>
                  <a:cubicBezTo>
                    <a:pt x="83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83" y="584"/>
                    <a:pt x="167" y="584"/>
                  </a:cubicBezTo>
                  <a:lnTo>
                    <a:pt x="417" y="584"/>
                  </a:lnTo>
                  <a:cubicBezTo>
                    <a:pt x="512" y="584"/>
                    <a:pt x="583" y="513"/>
                    <a:pt x="583" y="417"/>
                  </a:cubicBezTo>
                  <a:lnTo>
                    <a:pt x="583" y="167"/>
                  </a:lnTo>
                  <a:cubicBezTo>
                    <a:pt x="595" y="84"/>
                    <a:pt x="524" y="1"/>
                    <a:pt x="44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653;p63"/>
            <p:cNvSpPr/>
            <p:nvPr/>
          </p:nvSpPr>
          <p:spPr>
            <a:xfrm>
              <a:off x="3679052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00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00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654;p63"/>
            <p:cNvSpPr/>
            <p:nvPr/>
          </p:nvSpPr>
          <p:spPr>
            <a:xfrm>
              <a:off x="3705822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655;p63"/>
            <p:cNvSpPr/>
            <p:nvPr/>
          </p:nvSpPr>
          <p:spPr>
            <a:xfrm>
              <a:off x="3732591" y="3116844"/>
              <a:ext cx="18533" cy="18501"/>
            </a:xfrm>
            <a:custGeom>
              <a:avLst/>
              <a:gdLst/>
              <a:ahLst/>
              <a:cxnLst/>
              <a:rect l="l" t="t" r="r" b="b"/>
              <a:pathLst>
                <a:path w="585" h="584" extrusionOk="0">
                  <a:moveTo>
                    <a:pt x="168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72" y="584"/>
                    <a:pt x="168" y="584"/>
                  </a:cubicBezTo>
                  <a:lnTo>
                    <a:pt x="418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656;p63"/>
            <p:cNvSpPr/>
            <p:nvPr/>
          </p:nvSpPr>
          <p:spPr>
            <a:xfrm>
              <a:off x="3759773" y="311684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3"/>
                    <a:pt x="572" y="417"/>
                  </a:cubicBezTo>
                  <a:lnTo>
                    <a:pt x="572" y="167"/>
                  </a:lnTo>
                  <a:cubicBezTo>
                    <a:pt x="572" y="84"/>
                    <a:pt x="500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657;p63"/>
            <p:cNvSpPr/>
            <p:nvPr/>
          </p:nvSpPr>
          <p:spPr>
            <a:xfrm>
              <a:off x="3625101" y="300935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2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2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0"/>
                    <a:pt x="4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658;p63"/>
            <p:cNvSpPr/>
            <p:nvPr/>
          </p:nvSpPr>
          <p:spPr>
            <a:xfrm>
              <a:off x="3625101" y="3036503"/>
              <a:ext cx="18501" cy="18153"/>
            </a:xfrm>
            <a:custGeom>
              <a:avLst/>
              <a:gdLst/>
              <a:ahLst/>
              <a:cxnLst/>
              <a:rect l="l" t="t" r="r" b="b"/>
              <a:pathLst>
                <a:path w="584" h="573" extrusionOk="0">
                  <a:moveTo>
                    <a:pt x="167" y="1"/>
                  </a:moveTo>
                  <a:cubicBezTo>
                    <a:pt x="84" y="1"/>
                    <a:pt x="1" y="72"/>
                    <a:pt x="1" y="155"/>
                  </a:cubicBezTo>
                  <a:lnTo>
                    <a:pt x="1" y="417"/>
                  </a:lnTo>
                  <a:cubicBezTo>
                    <a:pt x="1" y="501"/>
                    <a:pt x="84" y="572"/>
                    <a:pt x="167" y="572"/>
                  </a:cubicBezTo>
                  <a:lnTo>
                    <a:pt x="417" y="572"/>
                  </a:lnTo>
                  <a:cubicBezTo>
                    <a:pt x="513" y="572"/>
                    <a:pt x="584" y="501"/>
                    <a:pt x="584" y="417"/>
                  </a:cubicBezTo>
                  <a:lnTo>
                    <a:pt x="584" y="155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659;p63"/>
            <p:cNvSpPr/>
            <p:nvPr/>
          </p:nvSpPr>
          <p:spPr>
            <a:xfrm>
              <a:off x="3625101" y="3063273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01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01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660;p63"/>
            <p:cNvSpPr/>
            <p:nvPr/>
          </p:nvSpPr>
          <p:spPr>
            <a:xfrm>
              <a:off x="3625101" y="309007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417"/>
                  </a:lnTo>
                  <a:cubicBezTo>
                    <a:pt x="1" y="512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2"/>
                    <a:pt x="584" y="417"/>
                  </a:cubicBezTo>
                  <a:lnTo>
                    <a:pt x="584" y="167"/>
                  </a:lnTo>
                  <a:cubicBezTo>
                    <a:pt x="584" y="72"/>
                    <a:pt x="513" y="0"/>
                    <a:pt x="4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661;p63"/>
            <p:cNvSpPr/>
            <p:nvPr/>
          </p:nvSpPr>
          <p:spPr>
            <a:xfrm>
              <a:off x="3759773" y="300935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2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2"/>
                    <a:pt x="572" y="417"/>
                  </a:cubicBezTo>
                  <a:lnTo>
                    <a:pt x="572" y="167"/>
                  </a:lnTo>
                  <a:cubicBezTo>
                    <a:pt x="572" y="84"/>
                    <a:pt x="500" y="0"/>
                    <a:pt x="4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662;p63"/>
            <p:cNvSpPr/>
            <p:nvPr/>
          </p:nvSpPr>
          <p:spPr>
            <a:xfrm>
              <a:off x="3759773" y="3036503"/>
              <a:ext cx="18121" cy="1815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155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417"/>
                  </a:lnTo>
                  <a:cubicBezTo>
                    <a:pt x="0" y="501"/>
                    <a:pt x="72" y="572"/>
                    <a:pt x="155" y="572"/>
                  </a:cubicBezTo>
                  <a:lnTo>
                    <a:pt x="417" y="572"/>
                  </a:lnTo>
                  <a:cubicBezTo>
                    <a:pt x="500" y="572"/>
                    <a:pt x="572" y="501"/>
                    <a:pt x="572" y="417"/>
                  </a:cubicBezTo>
                  <a:lnTo>
                    <a:pt x="572" y="155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663;p63"/>
            <p:cNvSpPr/>
            <p:nvPr/>
          </p:nvSpPr>
          <p:spPr>
            <a:xfrm>
              <a:off x="3759773" y="3063273"/>
              <a:ext cx="18121" cy="18533"/>
            </a:xfrm>
            <a:custGeom>
              <a:avLst/>
              <a:gdLst/>
              <a:ahLst/>
              <a:cxnLst/>
              <a:rect l="l" t="t" r="r" b="b"/>
              <a:pathLst>
                <a:path w="572" h="58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01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01"/>
                    <a:pt x="572" y="418"/>
                  </a:cubicBezTo>
                  <a:lnTo>
                    <a:pt x="572" y="168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664;p63"/>
            <p:cNvSpPr/>
            <p:nvPr/>
          </p:nvSpPr>
          <p:spPr>
            <a:xfrm>
              <a:off x="3759773" y="309007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417"/>
                  </a:lnTo>
                  <a:cubicBezTo>
                    <a:pt x="0" y="512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2"/>
                    <a:pt x="572" y="417"/>
                  </a:cubicBezTo>
                  <a:lnTo>
                    <a:pt x="572" y="167"/>
                  </a:lnTo>
                  <a:cubicBezTo>
                    <a:pt x="572" y="72"/>
                    <a:pt x="500" y="0"/>
                    <a:pt x="4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572;p63"/>
          <p:cNvGrpSpPr/>
          <p:nvPr/>
        </p:nvGrpSpPr>
        <p:grpSpPr>
          <a:xfrm>
            <a:off x="4343633" y="3364825"/>
            <a:ext cx="369294" cy="350444"/>
            <a:chOff x="1293706" y="1966416"/>
            <a:chExt cx="369294" cy="350444"/>
          </a:xfrm>
        </p:grpSpPr>
        <p:sp>
          <p:nvSpPr>
            <p:cNvPr id="44" name="Google Shape;5573;p63"/>
            <p:cNvSpPr/>
            <p:nvPr/>
          </p:nvSpPr>
          <p:spPr>
            <a:xfrm>
              <a:off x="1509067" y="1966416"/>
              <a:ext cx="153933" cy="162994"/>
            </a:xfrm>
            <a:custGeom>
              <a:avLst/>
              <a:gdLst/>
              <a:ahLst/>
              <a:cxnLst/>
              <a:rect l="l" t="t" r="r" b="b"/>
              <a:pathLst>
                <a:path w="4859" h="5145" extrusionOk="0">
                  <a:moveTo>
                    <a:pt x="2514" y="0"/>
                  </a:moveTo>
                  <a:cubicBezTo>
                    <a:pt x="1759" y="0"/>
                    <a:pt x="1016" y="363"/>
                    <a:pt x="560" y="1036"/>
                  </a:cubicBezTo>
                  <a:cubicBezTo>
                    <a:pt x="1" y="1870"/>
                    <a:pt x="36" y="2953"/>
                    <a:pt x="632" y="3739"/>
                  </a:cubicBezTo>
                  <a:lnTo>
                    <a:pt x="572" y="4965"/>
                  </a:lnTo>
                  <a:cubicBezTo>
                    <a:pt x="572" y="5025"/>
                    <a:pt x="596" y="5085"/>
                    <a:pt x="643" y="5108"/>
                  </a:cubicBezTo>
                  <a:cubicBezTo>
                    <a:pt x="679" y="5120"/>
                    <a:pt x="703" y="5144"/>
                    <a:pt x="739" y="5144"/>
                  </a:cubicBezTo>
                  <a:cubicBezTo>
                    <a:pt x="763" y="5144"/>
                    <a:pt x="774" y="5144"/>
                    <a:pt x="810" y="5120"/>
                  </a:cubicBezTo>
                  <a:lnTo>
                    <a:pt x="1929" y="4608"/>
                  </a:lnTo>
                  <a:cubicBezTo>
                    <a:pt x="2120" y="4644"/>
                    <a:pt x="2310" y="4680"/>
                    <a:pt x="2501" y="4680"/>
                  </a:cubicBezTo>
                  <a:cubicBezTo>
                    <a:pt x="3275" y="4680"/>
                    <a:pt x="4013" y="4311"/>
                    <a:pt x="4453" y="3632"/>
                  </a:cubicBezTo>
                  <a:cubicBezTo>
                    <a:pt x="4692" y="3275"/>
                    <a:pt x="4823" y="2858"/>
                    <a:pt x="4846" y="2441"/>
                  </a:cubicBezTo>
                  <a:cubicBezTo>
                    <a:pt x="4858" y="2370"/>
                    <a:pt x="4787" y="2287"/>
                    <a:pt x="4692" y="2287"/>
                  </a:cubicBezTo>
                  <a:cubicBezTo>
                    <a:pt x="4608" y="2287"/>
                    <a:pt x="4513" y="2358"/>
                    <a:pt x="4513" y="2441"/>
                  </a:cubicBezTo>
                  <a:cubicBezTo>
                    <a:pt x="4501" y="2799"/>
                    <a:pt x="4382" y="3156"/>
                    <a:pt x="4168" y="3453"/>
                  </a:cubicBezTo>
                  <a:cubicBezTo>
                    <a:pt x="3786" y="4030"/>
                    <a:pt x="3158" y="4352"/>
                    <a:pt x="2504" y="4352"/>
                  </a:cubicBezTo>
                  <a:cubicBezTo>
                    <a:pt x="2321" y="4352"/>
                    <a:pt x="2136" y="4327"/>
                    <a:pt x="1953" y="4275"/>
                  </a:cubicBezTo>
                  <a:cubicBezTo>
                    <a:pt x="1933" y="4270"/>
                    <a:pt x="1918" y="4267"/>
                    <a:pt x="1903" y="4267"/>
                  </a:cubicBezTo>
                  <a:cubicBezTo>
                    <a:pt x="1882" y="4267"/>
                    <a:pt x="1862" y="4273"/>
                    <a:pt x="1834" y="4287"/>
                  </a:cubicBezTo>
                  <a:lnTo>
                    <a:pt x="929" y="4727"/>
                  </a:lnTo>
                  <a:lnTo>
                    <a:pt x="977" y="3715"/>
                  </a:lnTo>
                  <a:cubicBezTo>
                    <a:pt x="977" y="3668"/>
                    <a:pt x="953" y="3632"/>
                    <a:pt x="941" y="3596"/>
                  </a:cubicBezTo>
                  <a:cubicBezTo>
                    <a:pt x="393" y="2906"/>
                    <a:pt x="358" y="1953"/>
                    <a:pt x="858" y="1227"/>
                  </a:cubicBezTo>
                  <a:cubicBezTo>
                    <a:pt x="1237" y="646"/>
                    <a:pt x="1868" y="336"/>
                    <a:pt x="2512" y="336"/>
                  </a:cubicBezTo>
                  <a:cubicBezTo>
                    <a:pt x="2898" y="336"/>
                    <a:pt x="3288" y="447"/>
                    <a:pt x="3632" y="679"/>
                  </a:cubicBezTo>
                  <a:cubicBezTo>
                    <a:pt x="4037" y="941"/>
                    <a:pt x="4334" y="1358"/>
                    <a:pt x="4453" y="1822"/>
                  </a:cubicBezTo>
                  <a:cubicBezTo>
                    <a:pt x="4484" y="1893"/>
                    <a:pt x="4548" y="1947"/>
                    <a:pt x="4618" y="1947"/>
                  </a:cubicBezTo>
                  <a:cubicBezTo>
                    <a:pt x="4631" y="1947"/>
                    <a:pt x="4643" y="1945"/>
                    <a:pt x="4656" y="1941"/>
                  </a:cubicBezTo>
                  <a:cubicBezTo>
                    <a:pt x="4751" y="1906"/>
                    <a:pt x="4811" y="1822"/>
                    <a:pt x="4787" y="1727"/>
                  </a:cubicBezTo>
                  <a:cubicBezTo>
                    <a:pt x="4632" y="1179"/>
                    <a:pt x="4287" y="703"/>
                    <a:pt x="3811" y="393"/>
                  </a:cubicBezTo>
                  <a:cubicBezTo>
                    <a:pt x="3412" y="128"/>
                    <a:pt x="2961" y="0"/>
                    <a:pt x="25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574;p63"/>
            <p:cNvSpPr/>
            <p:nvPr/>
          </p:nvSpPr>
          <p:spPr>
            <a:xfrm>
              <a:off x="1574328" y="2021096"/>
              <a:ext cx="28702" cy="54363"/>
            </a:xfrm>
            <a:custGeom>
              <a:avLst/>
              <a:gdLst/>
              <a:ahLst/>
              <a:cxnLst/>
              <a:rect l="l" t="t" r="r" b="b"/>
              <a:pathLst>
                <a:path w="906" h="1716" extrusionOk="0">
                  <a:moveTo>
                    <a:pt x="179" y="1"/>
                  </a:moveTo>
                  <a:cubicBezTo>
                    <a:pt x="84" y="1"/>
                    <a:pt x="12" y="84"/>
                    <a:pt x="12" y="168"/>
                  </a:cubicBezTo>
                  <a:cubicBezTo>
                    <a:pt x="12" y="263"/>
                    <a:pt x="84" y="334"/>
                    <a:pt x="179" y="334"/>
                  </a:cubicBezTo>
                  <a:lnTo>
                    <a:pt x="262" y="334"/>
                  </a:lnTo>
                  <a:lnTo>
                    <a:pt x="262" y="1394"/>
                  </a:lnTo>
                  <a:lnTo>
                    <a:pt x="155" y="1394"/>
                  </a:lnTo>
                  <a:cubicBezTo>
                    <a:pt x="72" y="1394"/>
                    <a:pt x="0" y="1465"/>
                    <a:pt x="0" y="1549"/>
                  </a:cubicBezTo>
                  <a:cubicBezTo>
                    <a:pt x="0" y="1644"/>
                    <a:pt x="72" y="1715"/>
                    <a:pt x="155" y="1715"/>
                  </a:cubicBezTo>
                  <a:lnTo>
                    <a:pt x="727" y="1715"/>
                  </a:lnTo>
                  <a:cubicBezTo>
                    <a:pt x="822" y="1715"/>
                    <a:pt x="893" y="1644"/>
                    <a:pt x="893" y="1549"/>
                  </a:cubicBezTo>
                  <a:cubicBezTo>
                    <a:pt x="905" y="1465"/>
                    <a:pt x="834" y="1394"/>
                    <a:pt x="727" y="1394"/>
                  </a:cubicBezTo>
                  <a:lnTo>
                    <a:pt x="608" y="1394"/>
                  </a:lnTo>
                  <a:lnTo>
                    <a:pt x="608" y="168"/>
                  </a:lnTo>
                  <a:cubicBezTo>
                    <a:pt x="608" y="84"/>
                    <a:pt x="536" y="1"/>
                    <a:pt x="44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575;p63"/>
            <p:cNvSpPr/>
            <p:nvPr/>
          </p:nvSpPr>
          <p:spPr>
            <a:xfrm>
              <a:off x="1578098" y="2004147"/>
              <a:ext cx="15872" cy="16252"/>
            </a:xfrm>
            <a:custGeom>
              <a:avLst/>
              <a:gdLst/>
              <a:ahLst/>
              <a:cxnLst/>
              <a:rect l="l" t="t" r="r" b="b"/>
              <a:pathLst>
                <a:path w="501" h="513" extrusionOk="0">
                  <a:moveTo>
                    <a:pt x="250" y="0"/>
                  </a:moveTo>
                  <a:cubicBezTo>
                    <a:pt x="119" y="0"/>
                    <a:pt x="0" y="119"/>
                    <a:pt x="0" y="262"/>
                  </a:cubicBezTo>
                  <a:cubicBezTo>
                    <a:pt x="0" y="393"/>
                    <a:pt x="119" y="512"/>
                    <a:pt x="250" y="512"/>
                  </a:cubicBezTo>
                  <a:cubicBezTo>
                    <a:pt x="381" y="512"/>
                    <a:pt x="500" y="393"/>
                    <a:pt x="500" y="262"/>
                  </a:cubicBezTo>
                  <a:cubicBezTo>
                    <a:pt x="489" y="107"/>
                    <a:pt x="381" y="0"/>
                    <a:pt x="25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576;p63"/>
            <p:cNvSpPr/>
            <p:nvPr/>
          </p:nvSpPr>
          <p:spPr>
            <a:xfrm>
              <a:off x="1293706" y="1999997"/>
              <a:ext cx="274982" cy="316863"/>
            </a:xfrm>
            <a:custGeom>
              <a:avLst/>
              <a:gdLst/>
              <a:ahLst/>
              <a:cxnLst/>
              <a:rect l="l" t="t" r="r" b="b"/>
              <a:pathLst>
                <a:path w="8680" h="10002" extrusionOk="0">
                  <a:moveTo>
                    <a:pt x="2096" y="2655"/>
                  </a:moveTo>
                  <a:lnTo>
                    <a:pt x="2096" y="3727"/>
                  </a:lnTo>
                  <a:cubicBezTo>
                    <a:pt x="1905" y="3644"/>
                    <a:pt x="1762" y="3465"/>
                    <a:pt x="1762" y="3251"/>
                  </a:cubicBezTo>
                  <a:lnTo>
                    <a:pt x="1762" y="3132"/>
                  </a:lnTo>
                  <a:cubicBezTo>
                    <a:pt x="1762" y="2905"/>
                    <a:pt x="1893" y="2727"/>
                    <a:pt x="2096" y="2655"/>
                  </a:cubicBezTo>
                  <a:close/>
                  <a:moveTo>
                    <a:pt x="6620" y="2655"/>
                  </a:moveTo>
                  <a:cubicBezTo>
                    <a:pt x="6822" y="2727"/>
                    <a:pt x="6965" y="2905"/>
                    <a:pt x="6965" y="3132"/>
                  </a:cubicBezTo>
                  <a:lnTo>
                    <a:pt x="6965" y="3251"/>
                  </a:lnTo>
                  <a:cubicBezTo>
                    <a:pt x="6965" y="3465"/>
                    <a:pt x="6834" y="3644"/>
                    <a:pt x="6620" y="3727"/>
                  </a:cubicBezTo>
                  <a:lnTo>
                    <a:pt x="6620" y="2655"/>
                  </a:lnTo>
                  <a:close/>
                  <a:moveTo>
                    <a:pt x="6703" y="4060"/>
                  </a:moveTo>
                  <a:lnTo>
                    <a:pt x="6858" y="5394"/>
                  </a:lnTo>
                  <a:lnTo>
                    <a:pt x="6346" y="5394"/>
                  </a:lnTo>
                  <a:cubicBezTo>
                    <a:pt x="6525" y="5108"/>
                    <a:pt x="6620" y="4763"/>
                    <a:pt x="6620" y="4406"/>
                  </a:cubicBezTo>
                  <a:lnTo>
                    <a:pt x="6620" y="4084"/>
                  </a:lnTo>
                  <a:cubicBezTo>
                    <a:pt x="6656" y="4084"/>
                    <a:pt x="6668" y="4060"/>
                    <a:pt x="6703" y="4060"/>
                  </a:cubicBezTo>
                  <a:close/>
                  <a:moveTo>
                    <a:pt x="3739" y="1405"/>
                  </a:moveTo>
                  <a:cubicBezTo>
                    <a:pt x="3810" y="1643"/>
                    <a:pt x="3941" y="1953"/>
                    <a:pt x="4132" y="2251"/>
                  </a:cubicBezTo>
                  <a:cubicBezTo>
                    <a:pt x="4572" y="2870"/>
                    <a:pt x="5179" y="3227"/>
                    <a:pt x="5917" y="3274"/>
                  </a:cubicBezTo>
                  <a:lnTo>
                    <a:pt x="5917" y="3572"/>
                  </a:lnTo>
                  <a:cubicBezTo>
                    <a:pt x="5906" y="4215"/>
                    <a:pt x="5572" y="4822"/>
                    <a:pt x="5001" y="5168"/>
                  </a:cubicBezTo>
                  <a:lnTo>
                    <a:pt x="4751" y="5310"/>
                  </a:lnTo>
                  <a:cubicBezTo>
                    <a:pt x="4632" y="5382"/>
                    <a:pt x="4498" y="5418"/>
                    <a:pt x="4364" y="5418"/>
                  </a:cubicBezTo>
                  <a:cubicBezTo>
                    <a:pt x="4230" y="5418"/>
                    <a:pt x="4096" y="5382"/>
                    <a:pt x="3977" y="5310"/>
                  </a:cubicBezTo>
                  <a:lnTo>
                    <a:pt x="3727" y="5168"/>
                  </a:lnTo>
                  <a:cubicBezTo>
                    <a:pt x="3155" y="4834"/>
                    <a:pt x="2810" y="4227"/>
                    <a:pt x="2810" y="3572"/>
                  </a:cubicBezTo>
                  <a:lnTo>
                    <a:pt x="2810" y="2322"/>
                  </a:lnTo>
                  <a:cubicBezTo>
                    <a:pt x="3024" y="2239"/>
                    <a:pt x="3429" y="1977"/>
                    <a:pt x="3739" y="1405"/>
                  </a:cubicBezTo>
                  <a:close/>
                  <a:moveTo>
                    <a:pt x="5477" y="5715"/>
                  </a:moveTo>
                  <a:cubicBezTo>
                    <a:pt x="5429" y="5727"/>
                    <a:pt x="5394" y="5763"/>
                    <a:pt x="5346" y="5775"/>
                  </a:cubicBezTo>
                  <a:lnTo>
                    <a:pt x="5346" y="5715"/>
                  </a:lnTo>
                  <a:close/>
                  <a:moveTo>
                    <a:pt x="5001" y="5549"/>
                  </a:moveTo>
                  <a:lnTo>
                    <a:pt x="5001" y="5870"/>
                  </a:lnTo>
                  <a:cubicBezTo>
                    <a:pt x="4953" y="5882"/>
                    <a:pt x="4894" y="5882"/>
                    <a:pt x="4846" y="5882"/>
                  </a:cubicBezTo>
                  <a:cubicBezTo>
                    <a:pt x="4822" y="5810"/>
                    <a:pt x="4798" y="5751"/>
                    <a:pt x="4727" y="5691"/>
                  </a:cubicBezTo>
                  <a:cubicBezTo>
                    <a:pt x="4786" y="5656"/>
                    <a:pt x="4846" y="5644"/>
                    <a:pt x="4905" y="5596"/>
                  </a:cubicBezTo>
                  <a:lnTo>
                    <a:pt x="5001" y="5549"/>
                  </a:lnTo>
                  <a:close/>
                  <a:moveTo>
                    <a:pt x="4378" y="5881"/>
                  </a:moveTo>
                  <a:cubicBezTo>
                    <a:pt x="4474" y="5881"/>
                    <a:pt x="4536" y="5960"/>
                    <a:pt x="4536" y="6061"/>
                  </a:cubicBezTo>
                  <a:cubicBezTo>
                    <a:pt x="4536" y="6168"/>
                    <a:pt x="4465" y="6239"/>
                    <a:pt x="4358" y="6239"/>
                  </a:cubicBezTo>
                  <a:cubicBezTo>
                    <a:pt x="4263" y="6239"/>
                    <a:pt x="4179" y="6168"/>
                    <a:pt x="4179" y="6061"/>
                  </a:cubicBezTo>
                  <a:cubicBezTo>
                    <a:pt x="4179" y="5953"/>
                    <a:pt x="4263" y="5882"/>
                    <a:pt x="4358" y="5882"/>
                  </a:cubicBezTo>
                  <a:cubicBezTo>
                    <a:pt x="4365" y="5881"/>
                    <a:pt x="4371" y="5881"/>
                    <a:pt x="4378" y="5881"/>
                  </a:cubicBezTo>
                  <a:close/>
                  <a:moveTo>
                    <a:pt x="3703" y="5537"/>
                  </a:moveTo>
                  <a:lnTo>
                    <a:pt x="3798" y="5584"/>
                  </a:lnTo>
                  <a:lnTo>
                    <a:pt x="3977" y="5668"/>
                  </a:lnTo>
                  <a:cubicBezTo>
                    <a:pt x="3882" y="5763"/>
                    <a:pt x="3822" y="5894"/>
                    <a:pt x="3822" y="6025"/>
                  </a:cubicBezTo>
                  <a:cubicBezTo>
                    <a:pt x="3846" y="6144"/>
                    <a:pt x="3870" y="6251"/>
                    <a:pt x="3917" y="6322"/>
                  </a:cubicBezTo>
                  <a:lnTo>
                    <a:pt x="3703" y="6180"/>
                  </a:lnTo>
                  <a:lnTo>
                    <a:pt x="3703" y="5537"/>
                  </a:lnTo>
                  <a:close/>
                  <a:moveTo>
                    <a:pt x="4870" y="6203"/>
                  </a:moveTo>
                  <a:cubicBezTo>
                    <a:pt x="4882" y="6215"/>
                    <a:pt x="4897" y="6221"/>
                    <a:pt x="4914" y="6221"/>
                  </a:cubicBezTo>
                  <a:cubicBezTo>
                    <a:pt x="4932" y="6221"/>
                    <a:pt x="4953" y="6215"/>
                    <a:pt x="4977" y="6203"/>
                  </a:cubicBezTo>
                  <a:lnTo>
                    <a:pt x="4977" y="6203"/>
                  </a:lnTo>
                  <a:lnTo>
                    <a:pt x="4810" y="6322"/>
                  </a:lnTo>
                  <a:cubicBezTo>
                    <a:pt x="4834" y="6299"/>
                    <a:pt x="4846" y="6251"/>
                    <a:pt x="4870" y="6203"/>
                  </a:cubicBezTo>
                  <a:close/>
                  <a:moveTo>
                    <a:pt x="4465" y="6561"/>
                  </a:moveTo>
                  <a:lnTo>
                    <a:pt x="4358" y="6644"/>
                  </a:lnTo>
                  <a:lnTo>
                    <a:pt x="4239" y="6561"/>
                  </a:lnTo>
                  <a:lnTo>
                    <a:pt x="4239" y="6561"/>
                  </a:lnTo>
                  <a:cubicBezTo>
                    <a:pt x="4274" y="6584"/>
                    <a:pt x="4322" y="6584"/>
                    <a:pt x="4346" y="6584"/>
                  </a:cubicBezTo>
                  <a:cubicBezTo>
                    <a:pt x="4393" y="6584"/>
                    <a:pt x="4417" y="6584"/>
                    <a:pt x="4465" y="6561"/>
                  </a:cubicBezTo>
                  <a:close/>
                  <a:moveTo>
                    <a:pt x="5013" y="6596"/>
                  </a:moveTo>
                  <a:lnTo>
                    <a:pt x="5013" y="7334"/>
                  </a:lnTo>
                  <a:lnTo>
                    <a:pt x="4620" y="6882"/>
                  </a:lnTo>
                  <a:lnTo>
                    <a:pt x="5013" y="6596"/>
                  </a:lnTo>
                  <a:close/>
                  <a:moveTo>
                    <a:pt x="3727" y="6608"/>
                  </a:moveTo>
                  <a:lnTo>
                    <a:pt x="4120" y="6894"/>
                  </a:lnTo>
                  <a:lnTo>
                    <a:pt x="3727" y="7358"/>
                  </a:lnTo>
                  <a:lnTo>
                    <a:pt x="3727" y="6608"/>
                  </a:lnTo>
                  <a:close/>
                  <a:moveTo>
                    <a:pt x="4334" y="0"/>
                  </a:moveTo>
                  <a:cubicBezTo>
                    <a:pt x="3715" y="0"/>
                    <a:pt x="3143" y="226"/>
                    <a:pt x="2691" y="631"/>
                  </a:cubicBezTo>
                  <a:cubicBezTo>
                    <a:pt x="2250" y="1024"/>
                    <a:pt x="1953" y="1584"/>
                    <a:pt x="1869" y="2179"/>
                  </a:cubicBezTo>
                  <a:lnTo>
                    <a:pt x="1846" y="2370"/>
                  </a:lnTo>
                  <a:cubicBezTo>
                    <a:pt x="1560" y="2501"/>
                    <a:pt x="1369" y="2798"/>
                    <a:pt x="1369" y="3132"/>
                  </a:cubicBezTo>
                  <a:lnTo>
                    <a:pt x="1369" y="3251"/>
                  </a:lnTo>
                  <a:cubicBezTo>
                    <a:pt x="1369" y="3501"/>
                    <a:pt x="1488" y="3727"/>
                    <a:pt x="1655" y="3882"/>
                  </a:cubicBezTo>
                  <a:lnTo>
                    <a:pt x="1453" y="5537"/>
                  </a:lnTo>
                  <a:cubicBezTo>
                    <a:pt x="1453" y="5584"/>
                    <a:pt x="1476" y="5644"/>
                    <a:pt x="1500" y="5668"/>
                  </a:cubicBezTo>
                  <a:cubicBezTo>
                    <a:pt x="1536" y="5703"/>
                    <a:pt x="1572" y="5727"/>
                    <a:pt x="1631" y="5727"/>
                  </a:cubicBezTo>
                  <a:lnTo>
                    <a:pt x="3334" y="5727"/>
                  </a:lnTo>
                  <a:lnTo>
                    <a:pt x="3334" y="6168"/>
                  </a:lnTo>
                  <a:lnTo>
                    <a:pt x="1607" y="6715"/>
                  </a:lnTo>
                  <a:cubicBezTo>
                    <a:pt x="655" y="7025"/>
                    <a:pt x="0" y="7906"/>
                    <a:pt x="0" y="8918"/>
                  </a:cubicBezTo>
                  <a:lnTo>
                    <a:pt x="0" y="9835"/>
                  </a:lnTo>
                  <a:cubicBezTo>
                    <a:pt x="0" y="9930"/>
                    <a:pt x="72" y="10001"/>
                    <a:pt x="167" y="10001"/>
                  </a:cubicBezTo>
                  <a:lnTo>
                    <a:pt x="2262" y="10001"/>
                  </a:lnTo>
                  <a:cubicBezTo>
                    <a:pt x="2346" y="10001"/>
                    <a:pt x="2429" y="9930"/>
                    <a:pt x="2429" y="9835"/>
                  </a:cubicBezTo>
                  <a:cubicBezTo>
                    <a:pt x="2429" y="9751"/>
                    <a:pt x="2346" y="9680"/>
                    <a:pt x="2262" y="9680"/>
                  </a:cubicBezTo>
                  <a:lnTo>
                    <a:pt x="322" y="9680"/>
                  </a:lnTo>
                  <a:lnTo>
                    <a:pt x="322" y="8930"/>
                  </a:lnTo>
                  <a:cubicBezTo>
                    <a:pt x="322" y="8073"/>
                    <a:pt x="881" y="7323"/>
                    <a:pt x="1691" y="7061"/>
                  </a:cubicBezTo>
                  <a:lnTo>
                    <a:pt x="3322" y="6537"/>
                  </a:lnTo>
                  <a:lnTo>
                    <a:pt x="3322" y="7835"/>
                  </a:lnTo>
                  <a:cubicBezTo>
                    <a:pt x="3322" y="7906"/>
                    <a:pt x="3358" y="7966"/>
                    <a:pt x="3417" y="7989"/>
                  </a:cubicBezTo>
                  <a:cubicBezTo>
                    <a:pt x="3441" y="7989"/>
                    <a:pt x="3465" y="8013"/>
                    <a:pt x="3477" y="8013"/>
                  </a:cubicBezTo>
                  <a:cubicBezTo>
                    <a:pt x="3524" y="8013"/>
                    <a:pt x="3584" y="7989"/>
                    <a:pt x="3620" y="7954"/>
                  </a:cubicBezTo>
                  <a:lnTo>
                    <a:pt x="4298" y="7144"/>
                  </a:lnTo>
                  <a:lnTo>
                    <a:pt x="4989" y="7954"/>
                  </a:lnTo>
                  <a:cubicBezTo>
                    <a:pt x="5013" y="7989"/>
                    <a:pt x="5060" y="8013"/>
                    <a:pt x="5120" y="8013"/>
                  </a:cubicBezTo>
                  <a:cubicBezTo>
                    <a:pt x="5132" y="8013"/>
                    <a:pt x="5167" y="8013"/>
                    <a:pt x="5179" y="7989"/>
                  </a:cubicBezTo>
                  <a:cubicBezTo>
                    <a:pt x="5251" y="7966"/>
                    <a:pt x="5286" y="7906"/>
                    <a:pt x="5286" y="7835"/>
                  </a:cubicBezTo>
                  <a:lnTo>
                    <a:pt x="5286" y="6537"/>
                  </a:lnTo>
                  <a:lnTo>
                    <a:pt x="6906" y="7061"/>
                  </a:lnTo>
                  <a:cubicBezTo>
                    <a:pt x="7727" y="7323"/>
                    <a:pt x="8275" y="8073"/>
                    <a:pt x="8275" y="8930"/>
                  </a:cubicBezTo>
                  <a:lnTo>
                    <a:pt x="8275" y="9680"/>
                  </a:lnTo>
                  <a:lnTo>
                    <a:pt x="2917" y="9680"/>
                  </a:lnTo>
                  <a:cubicBezTo>
                    <a:pt x="2822" y="9680"/>
                    <a:pt x="2750" y="9751"/>
                    <a:pt x="2750" y="9835"/>
                  </a:cubicBezTo>
                  <a:cubicBezTo>
                    <a:pt x="2750" y="9930"/>
                    <a:pt x="2822" y="10001"/>
                    <a:pt x="2917" y="10001"/>
                  </a:cubicBezTo>
                  <a:lnTo>
                    <a:pt x="8513" y="10001"/>
                  </a:lnTo>
                  <a:cubicBezTo>
                    <a:pt x="8608" y="10001"/>
                    <a:pt x="8680" y="9930"/>
                    <a:pt x="8680" y="9835"/>
                  </a:cubicBezTo>
                  <a:lnTo>
                    <a:pt x="8680" y="8918"/>
                  </a:lnTo>
                  <a:cubicBezTo>
                    <a:pt x="8680" y="7906"/>
                    <a:pt x="8037" y="7013"/>
                    <a:pt x="7072" y="6715"/>
                  </a:cubicBezTo>
                  <a:lnTo>
                    <a:pt x="5346" y="6168"/>
                  </a:lnTo>
                  <a:lnTo>
                    <a:pt x="5346" y="6144"/>
                  </a:lnTo>
                  <a:cubicBezTo>
                    <a:pt x="5608" y="6061"/>
                    <a:pt x="5846" y="5930"/>
                    <a:pt x="6060" y="5727"/>
                  </a:cubicBezTo>
                  <a:lnTo>
                    <a:pt x="7037" y="5727"/>
                  </a:lnTo>
                  <a:cubicBezTo>
                    <a:pt x="7084" y="5727"/>
                    <a:pt x="7132" y="5715"/>
                    <a:pt x="7180" y="5668"/>
                  </a:cubicBezTo>
                  <a:cubicBezTo>
                    <a:pt x="7203" y="5644"/>
                    <a:pt x="7215" y="5584"/>
                    <a:pt x="7215" y="5537"/>
                  </a:cubicBezTo>
                  <a:lnTo>
                    <a:pt x="7025" y="3882"/>
                  </a:lnTo>
                  <a:cubicBezTo>
                    <a:pt x="7203" y="3739"/>
                    <a:pt x="7311" y="3501"/>
                    <a:pt x="7311" y="3251"/>
                  </a:cubicBezTo>
                  <a:lnTo>
                    <a:pt x="7311" y="3132"/>
                  </a:lnTo>
                  <a:cubicBezTo>
                    <a:pt x="7311" y="2798"/>
                    <a:pt x="7108" y="2501"/>
                    <a:pt x="6834" y="2370"/>
                  </a:cubicBezTo>
                  <a:lnTo>
                    <a:pt x="6799" y="2179"/>
                  </a:lnTo>
                  <a:cubicBezTo>
                    <a:pt x="6727" y="1548"/>
                    <a:pt x="6418" y="988"/>
                    <a:pt x="5941" y="584"/>
                  </a:cubicBezTo>
                  <a:cubicBezTo>
                    <a:pt x="5909" y="557"/>
                    <a:pt x="5870" y="545"/>
                    <a:pt x="5831" y="545"/>
                  </a:cubicBezTo>
                  <a:cubicBezTo>
                    <a:pt x="5783" y="545"/>
                    <a:pt x="5736" y="563"/>
                    <a:pt x="5703" y="596"/>
                  </a:cubicBezTo>
                  <a:cubicBezTo>
                    <a:pt x="5644" y="667"/>
                    <a:pt x="5656" y="774"/>
                    <a:pt x="5715" y="834"/>
                  </a:cubicBezTo>
                  <a:cubicBezTo>
                    <a:pt x="6132" y="1179"/>
                    <a:pt x="6382" y="1667"/>
                    <a:pt x="6465" y="2203"/>
                  </a:cubicBezTo>
                  <a:lnTo>
                    <a:pt x="6465" y="2262"/>
                  </a:lnTo>
                  <a:lnTo>
                    <a:pt x="6429" y="2262"/>
                  </a:lnTo>
                  <a:cubicBezTo>
                    <a:pt x="6334" y="2262"/>
                    <a:pt x="6263" y="2334"/>
                    <a:pt x="6263" y="2429"/>
                  </a:cubicBezTo>
                  <a:lnTo>
                    <a:pt x="6263" y="3905"/>
                  </a:lnTo>
                  <a:lnTo>
                    <a:pt x="6263" y="3917"/>
                  </a:lnTo>
                  <a:lnTo>
                    <a:pt x="6263" y="3929"/>
                  </a:lnTo>
                  <a:lnTo>
                    <a:pt x="6263" y="4382"/>
                  </a:lnTo>
                  <a:cubicBezTo>
                    <a:pt x="6263" y="4751"/>
                    <a:pt x="6132" y="5096"/>
                    <a:pt x="5894" y="5358"/>
                  </a:cubicBezTo>
                  <a:lnTo>
                    <a:pt x="5322" y="5358"/>
                  </a:lnTo>
                  <a:lnTo>
                    <a:pt x="5322" y="5310"/>
                  </a:lnTo>
                  <a:cubicBezTo>
                    <a:pt x="5894" y="4894"/>
                    <a:pt x="6239" y="4239"/>
                    <a:pt x="6239" y="3524"/>
                  </a:cubicBezTo>
                  <a:lnTo>
                    <a:pt x="6239" y="3072"/>
                  </a:lnTo>
                  <a:cubicBezTo>
                    <a:pt x="6239" y="2977"/>
                    <a:pt x="6168" y="2905"/>
                    <a:pt x="6072" y="2905"/>
                  </a:cubicBezTo>
                  <a:cubicBezTo>
                    <a:pt x="4596" y="2905"/>
                    <a:pt x="4096" y="1619"/>
                    <a:pt x="3929" y="869"/>
                  </a:cubicBezTo>
                  <a:cubicBezTo>
                    <a:pt x="3929" y="846"/>
                    <a:pt x="3917" y="834"/>
                    <a:pt x="3917" y="822"/>
                  </a:cubicBezTo>
                  <a:cubicBezTo>
                    <a:pt x="3889" y="720"/>
                    <a:pt x="3811" y="683"/>
                    <a:pt x="3755" y="683"/>
                  </a:cubicBezTo>
                  <a:cubicBezTo>
                    <a:pt x="3739" y="683"/>
                    <a:pt x="3725" y="686"/>
                    <a:pt x="3715" y="691"/>
                  </a:cubicBezTo>
                  <a:cubicBezTo>
                    <a:pt x="3655" y="703"/>
                    <a:pt x="3596" y="750"/>
                    <a:pt x="3584" y="810"/>
                  </a:cubicBezTo>
                  <a:cubicBezTo>
                    <a:pt x="3310" y="1679"/>
                    <a:pt x="2750" y="1953"/>
                    <a:pt x="2608" y="2012"/>
                  </a:cubicBezTo>
                  <a:cubicBezTo>
                    <a:pt x="2512" y="2012"/>
                    <a:pt x="2441" y="2084"/>
                    <a:pt x="2441" y="2179"/>
                  </a:cubicBezTo>
                  <a:lnTo>
                    <a:pt x="2441" y="3548"/>
                  </a:lnTo>
                  <a:cubicBezTo>
                    <a:pt x="2441" y="4239"/>
                    <a:pt x="2786" y="4918"/>
                    <a:pt x="3346" y="5334"/>
                  </a:cubicBezTo>
                  <a:lnTo>
                    <a:pt x="3346" y="5370"/>
                  </a:lnTo>
                  <a:lnTo>
                    <a:pt x="1846" y="5370"/>
                  </a:lnTo>
                  <a:lnTo>
                    <a:pt x="2012" y="4048"/>
                  </a:lnTo>
                  <a:cubicBezTo>
                    <a:pt x="2084" y="4060"/>
                    <a:pt x="2155" y="4084"/>
                    <a:pt x="2250" y="4084"/>
                  </a:cubicBezTo>
                  <a:cubicBezTo>
                    <a:pt x="2334" y="4084"/>
                    <a:pt x="2417" y="4001"/>
                    <a:pt x="2417" y="3917"/>
                  </a:cubicBezTo>
                  <a:lnTo>
                    <a:pt x="2417" y="2441"/>
                  </a:lnTo>
                  <a:cubicBezTo>
                    <a:pt x="2417" y="2358"/>
                    <a:pt x="2334" y="2274"/>
                    <a:pt x="2250" y="2274"/>
                  </a:cubicBezTo>
                  <a:lnTo>
                    <a:pt x="2215" y="2274"/>
                  </a:lnTo>
                  <a:lnTo>
                    <a:pt x="2215" y="2215"/>
                  </a:lnTo>
                  <a:cubicBezTo>
                    <a:pt x="2274" y="1703"/>
                    <a:pt x="2536" y="1227"/>
                    <a:pt x="2917" y="881"/>
                  </a:cubicBezTo>
                  <a:cubicBezTo>
                    <a:pt x="3310" y="536"/>
                    <a:pt x="3810" y="346"/>
                    <a:pt x="4334" y="346"/>
                  </a:cubicBezTo>
                  <a:cubicBezTo>
                    <a:pt x="4608" y="346"/>
                    <a:pt x="4894" y="405"/>
                    <a:pt x="5167" y="512"/>
                  </a:cubicBezTo>
                  <a:cubicBezTo>
                    <a:pt x="5187" y="518"/>
                    <a:pt x="5208" y="521"/>
                    <a:pt x="5229" y="521"/>
                  </a:cubicBezTo>
                  <a:cubicBezTo>
                    <a:pt x="5297" y="521"/>
                    <a:pt x="5366" y="490"/>
                    <a:pt x="5394" y="417"/>
                  </a:cubicBezTo>
                  <a:cubicBezTo>
                    <a:pt x="5417" y="334"/>
                    <a:pt x="5394" y="226"/>
                    <a:pt x="5298" y="191"/>
                  </a:cubicBezTo>
                  <a:cubicBezTo>
                    <a:pt x="4989" y="60"/>
                    <a:pt x="4679" y="0"/>
                    <a:pt x="4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577;p63"/>
            <p:cNvSpPr/>
            <p:nvPr/>
          </p:nvSpPr>
          <p:spPr>
            <a:xfrm>
              <a:off x="1426826" y="2243648"/>
              <a:ext cx="10233" cy="11341"/>
            </a:xfrm>
            <a:custGeom>
              <a:avLst/>
              <a:gdLst/>
              <a:ahLst/>
              <a:cxnLst/>
              <a:rect l="l" t="t" r="r" b="b"/>
              <a:pathLst>
                <a:path w="323" h="358" extrusionOk="0">
                  <a:moveTo>
                    <a:pt x="156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203"/>
                  </a:lnTo>
                  <a:cubicBezTo>
                    <a:pt x="1" y="286"/>
                    <a:pt x="72" y="358"/>
                    <a:pt x="156" y="358"/>
                  </a:cubicBezTo>
                  <a:cubicBezTo>
                    <a:pt x="251" y="358"/>
                    <a:pt x="322" y="286"/>
                    <a:pt x="322" y="203"/>
                  </a:cubicBezTo>
                  <a:lnTo>
                    <a:pt x="322" y="167"/>
                  </a:lnTo>
                  <a:cubicBezTo>
                    <a:pt x="322" y="84"/>
                    <a:pt x="251" y="1"/>
                    <a:pt x="1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578;p63"/>
            <p:cNvSpPr/>
            <p:nvPr/>
          </p:nvSpPr>
          <p:spPr>
            <a:xfrm>
              <a:off x="1426826" y="2262149"/>
              <a:ext cx="10233" cy="11341"/>
            </a:xfrm>
            <a:custGeom>
              <a:avLst/>
              <a:gdLst/>
              <a:ahLst/>
              <a:cxnLst/>
              <a:rect l="l" t="t" r="r" b="b"/>
              <a:pathLst>
                <a:path w="323" h="358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191"/>
                  </a:lnTo>
                  <a:cubicBezTo>
                    <a:pt x="1" y="286"/>
                    <a:pt x="72" y="357"/>
                    <a:pt x="156" y="357"/>
                  </a:cubicBezTo>
                  <a:cubicBezTo>
                    <a:pt x="251" y="357"/>
                    <a:pt x="322" y="286"/>
                    <a:pt x="322" y="191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579;p63"/>
            <p:cNvSpPr/>
            <p:nvPr/>
          </p:nvSpPr>
          <p:spPr>
            <a:xfrm>
              <a:off x="1471336" y="2261389"/>
              <a:ext cx="63804" cy="30571"/>
            </a:xfrm>
            <a:custGeom>
              <a:avLst/>
              <a:gdLst/>
              <a:ahLst/>
              <a:cxnLst/>
              <a:rect l="l" t="t" r="r" b="b"/>
              <a:pathLst>
                <a:path w="2014" h="965" extrusionOk="0">
                  <a:moveTo>
                    <a:pt x="1596" y="322"/>
                  </a:moveTo>
                  <a:cubicBezTo>
                    <a:pt x="1644" y="322"/>
                    <a:pt x="1668" y="346"/>
                    <a:pt x="1668" y="393"/>
                  </a:cubicBezTo>
                  <a:lnTo>
                    <a:pt x="1668" y="560"/>
                  </a:lnTo>
                  <a:cubicBezTo>
                    <a:pt x="1668" y="607"/>
                    <a:pt x="1644" y="631"/>
                    <a:pt x="1596" y="631"/>
                  </a:cubicBezTo>
                  <a:lnTo>
                    <a:pt x="394" y="631"/>
                  </a:lnTo>
                  <a:cubicBezTo>
                    <a:pt x="346" y="631"/>
                    <a:pt x="310" y="607"/>
                    <a:pt x="310" y="560"/>
                  </a:cubicBezTo>
                  <a:lnTo>
                    <a:pt x="310" y="393"/>
                  </a:lnTo>
                  <a:cubicBezTo>
                    <a:pt x="310" y="346"/>
                    <a:pt x="346" y="322"/>
                    <a:pt x="394" y="322"/>
                  </a:cubicBezTo>
                  <a:close/>
                  <a:moveTo>
                    <a:pt x="406" y="0"/>
                  </a:moveTo>
                  <a:cubicBezTo>
                    <a:pt x="180" y="0"/>
                    <a:pt x="1" y="179"/>
                    <a:pt x="1" y="393"/>
                  </a:cubicBezTo>
                  <a:lnTo>
                    <a:pt x="1" y="560"/>
                  </a:lnTo>
                  <a:cubicBezTo>
                    <a:pt x="1" y="786"/>
                    <a:pt x="180" y="965"/>
                    <a:pt x="406" y="965"/>
                  </a:cubicBezTo>
                  <a:lnTo>
                    <a:pt x="1608" y="965"/>
                  </a:lnTo>
                  <a:cubicBezTo>
                    <a:pt x="1834" y="965"/>
                    <a:pt x="2013" y="786"/>
                    <a:pt x="2013" y="560"/>
                  </a:cubicBezTo>
                  <a:lnTo>
                    <a:pt x="2013" y="393"/>
                  </a:lnTo>
                  <a:cubicBezTo>
                    <a:pt x="2013" y="179"/>
                    <a:pt x="1834" y="0"/>
                    <a:pt x="1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580;p63"/>
            <p:cNvSpPr/>
            <p:nvPr/>
          </p:nvSpPr>
          <p:spPr>
            <a:xfrm>
              <a:off x="1420807" y="2092788"/>
              <a:ext cx="22271" cy="36971"/>
            </a:xfrm>
            <a:custGeom>
              <a:avLst/>
              <a:gdLst/>
              <a:ahLst/>
              <a:cxnLst/>
              <a:rect l="l" t="t" r="r" b="b"/>
              <a:pathLst>
                <a:path w="703" h="1167" extrusionOk="0">
                  <a:moveTo>
                    <a:pt x="167" y="0"/>
                  </a:moveTo>
                  <a:cubicBezTo>
                    <a:pt x="84" y="0"/>
                    <a:pt x="0" y="84"/>
                    <a:pt x="0" y="167"/>
                  </a:cubicBezTo>
                  <a:lnTo>
                    <a:pt x="0" y="1000"/>
                  </a:lnTo>
                  <a:cubicBezTo>
                    <a:pt x="0" y="1096"/>
                    <a:pt x="84" y="1167"/>
                    <a:pt x="167" y="1167"/>
                  </a:cubicBezTo>
                  <a:lnTo>
                    <a:pt x="536" y="1167"/>
                  </a:lnTo>
                  <a:cubicBezTo>
                    <a:pt x="632" y="1167"/>
                    <a:pt x="703" y="1096"/>
                    <a:pt x="703" y="1000"/>
                  </a:cubicBezTo>
                  <a:cubicBezTo>
                    <a:pt x="703" y="893"/>
                    <a:pt x="620" y="822"/>
                    <a:pt x="524" y="822"/>
                  </a:cubicBezTo>
                  <a:lnTo>
                    <a:pt x="334" y="822"/>
                  </a:lnTo>
                  <a:lnTo>
                    <a:pt x="334" y="167"/>
                  </a:lnTo>
                  <a:cubicBezTo>
                    <a:pt x="334" y="84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4738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51"/>
          <p:cNvPicPr preferRelativeResize="0"/>
          <p:nvPr/>
        </p:nvPicPr>
        <p:blipFill rotWithShape="1">
          <a:blip r:embed="rId3">
            <a:alphaModFix/>
          </a:blip>
          <a:srcRect t="189" b="179"/>
          <a:stretch/>
        </p:blipFill>
        <p:spPr>
          <a:xfrm>
            <a:off x="3981435" y="0"/>
            <a:ext cx="516255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1"/>
          <p:cNvSpPr/>
          <p:nvPr/>
        </p:nvSpPr>
        <p:spPr>
          <a:xfrm rot="5400000">
            <a:off x="1428875" y="205200"/>
            <a:ext cx="3358800" cy="5026500"/>
          </a:xfrm>
          <a:prstGeom prst="rect">
            <a:avLst/>
          </a:prstGeom>
          <a:solidFill>
            <a:schemeClr val="accent1">
              <a:alpha val="617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51"/>
          <p:cNvSpPr txBox="1">
            <a:spLocks noGrp="1"/>
          </p:cNvSpPr>
          <p:nvPr>
            <p:ph type="subTitle" idx="1"/>
          </p:nvPr>
        </p:nvSpPr>
        <p:spPr>
          <a:xfrm>
            <a:off x="932146" y="2771133"/>
            <a:ext cx="28563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 smtClean="0">
                <a:solidFill>
                  <a:schemeClr val="tx2"/>
                </a:solidFill>
              </a:rPr>
              <a:t>. </a:t>
            </a:r>
            <a:r>
              <a:rPr lang="en-US" dirty="0">
                <a:solidFill>
                  <a:schemeClr val="tx2"/>
                </a:solidFill>
              </a:rPr>
              <a:t>Now, I'd be happy to answer any questions you may have.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80" name="Google Shape;580;p51"/>
          <p:cNvSpPr txBox="1">
            <a:spLocks noGrp="1"/>
          </p:cNvSpPr>
          <p:nvPr>
            <p:ph type="ctrTitle"/>
          </p:nvPr>
        </p:nvSpPr>
        <p:spPr>
          <a:xfrm>
            <a:off x="831200" y="1092200"/>
            <a:ext cx="3058193" cy="13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Thank you for your attention</a:t>
            </a:r>
            <a:endParaRPr sz="3000" dirty="0">
              <a:solidFill>
                <a:schemeClr val="lt1"/>
              </a:solidFill>
            </a:endParaRPr>
          </a:p>
        </p:txBody>
      </p:sp>
      <p:grpSp>
        <p:nvGrpSpPr>
          <p:cNvPr id="15" name="Google Shape;844;p58"/>
          <p:cNvGrpSpPr/>
          <p:nvPr/>
        </p:nvGrpSpPr>
        <p:grpSpPr>
          <a:xfrm rot="5400000">
            <a:off x="4299830" y="1236507"/>
            <a:ext cx="799341" cy="1436131"/>
            <a:chOff x="3088670" y="1930338"/>
            <a:chExt cx="380983" cy="684491"/>
          </a:xfrm>
        </p:grpSpPr>
        <p:sp>
          <p:nvSpPr>
            <p:cNvPr id="16" name="Google Shape;845;p58"/>
            <p:cNvSpPr/>
            <p:nvPr/>
          </p:nvSpPr>
          <p:spPr>
            <a:xfrm>
              <a:off x="3200035" y="1938750"/>
              <a:ext cx="159427" cy="667667"/>
            </a:xfrm>
            <a:custGeom>
              <a:avLst/>
              <a:gdLst/>
              <a:ahLst/>
              <a:cxnLst/>
              <a:rect l="l" t="t" r="r" b="b"/>
              <a:pathLst>
                <a:path w="21750" h="91118" extrusionOk="0">
                  <a:moveTo>
                    <a:pt x="13027" y="0"/>
                  </a:moveTo>
                  <a:lnTo>
                    <a:pt x="13027" y="884"/>
                  </a:lnTo>
                  <a:cubicBezTo>
                    <a:pt x="13027" y="2077"/>
                    <a:pt x="12063" y="3042"/>
                    <a:pt x="10869" y="3042"/>
                  </a:cubicBezTo>
                  <a:lnTo>
                    <a:pt x="8000" y="3042"/>
                  </a:lnTo>
                  <a:cubicBezTo>
                    <a:pt x="3570" y="3042"/>
                    <a:pt x="0" y="6680"/>
                    <a:pt x="81" y="11110"/>
                  </a:cubicBezTo>
                  <a:cubicBezTo>
                    <a:pt x="150" y="15414"/>
                    <a:pt x="3753" y="18915"/>
                    <a:pt x="8126" y="18915"/>
                  </a:cubicBezTo>
                  <a:lnTo>
                    <a:pt x="13750" y="18915"/>
                  </a:lnTo>
                  <a:cubicBezTo>
                    <a:pt x="17377" y="18915"/>
                    <a:pt x="20315" y="21887"/>
                    <a:pt x="20246" y="25525"/>
                  </a:cubicBezTo>
                  <a:cubicBezTo>
                    <a:pt x="20189" y="29049"/>
                    <a:pt x="17216" y="31918"/>
                    <a:pt x="13635" y="31918"/>
                  </a:cubicBezTo>
                  <a:lnTo>
                    <a:pt x="8000" y="31918"/>
                  </a:lnTo>
                  <a:cubicBezTo>
                    <a:pt x="3570" y="31918"/>
                    <a:pt x="0" y="35557"/>
                    <a:pt x="81" y="39987"/>
                  </a:cubicBezTo>
                  <a:cubicBezTo>
                    <a:pt x="150" y="44291"/>
                    <a:pt x="3753" y="47791"/>
                    <a:pt x="8126" y="47791"/>
                  </a:cubicBezTo>
                  <a:lnTo>
                    <a:pt x="13750" y="47791"/>
                  </a:lnTo>
                  <a:cubicBezTo>
                    <a:pt x="17377" y="47791"/>
                    <a:pt x="20315" y="50775"/>
                    <a:pt x="20246" y="54402"/>
                  </a:cubicBezTo>
                  <a:cubicBezTo>
                    <a:pt x="20189" y="57926"/>
                    <a:pt x="17216" y="60795"/>
                    <a:pt x="13635" y="60795"/>
                  </a:cubicBezTo>
                  <a:lnTo>
                    <a:pt x="8000" y="60795"/>
                  </a:lnTo>
                  <a:cubicBezTo>
                    <a:pt x="3570" y="60795"/>
                    <a:pt x="0" y="64433"/>
                    <a:pt x="81" y="68875"/>
                  </a:cubicBezTo>
                  <a:cubicBezTo>
                    <a:pt x="150" y="73179"/>
                    <a:pt x="3753" y="76668"/>
                    <a:pt x="8126" y="76668"/>
                  </a:cubicBezTo>
                  <a:lnTo>
                    <a:pt x="13750" y="76668"/>
                  </a:lnTo>
                  <a:cubicBezTo>
                    <a:pt x="17377" y="76668"/>
                    <a:pt x="20315" y="79652"/>
                    <a:pt x="20246" y="83290"/>
                  </a:cubicBezTo>
                  <a:cubicBezTo>
                    <a:pt x="20189" y="86814"/>
                    <a:pt x="17216" y="89683"/>
                    <a:pt x="13635" y="89683"/>
                  </a:cubicBezTo>
                  <a:lnTo>
                    <a:pt x="8574" y="89683"/>
                  </a:lnTo>
                  <a:lnTo>
                    <a:pt x="8574" y="91118"/>
                  </a:lnTo>
                  <a:lnTo>
                    <a:pt x="13624" y="91118"/>
                  </a:lnTo>
                  <a:cubicBezTo>
                    <a:pt x="17997" y="91118"/>
                    <a:pt x="21601" y="87606"/>
                    <a:pt x="21681" y="83313"/>
                  </a:cubicBezTo>
                  <a:cubicBezTo>
                    <a:pt x="21750" y="78872"/>
                    <a:pt x="18180" y="75233"/>
                    <a:pt x="13739" y="75233"/>
                  </a:cubicBezTo>
                  <a:lnTo>
                    <a:pt x="8126" y="75233"/>
                  </a:lnTo>
                  <a:cubicBezTo>
                    <a:pt x="4534" y="75233"/>
                    <a:pt x="1561" y="72364"/>
                    <a:pt x="1504" y="68852"/>
                  </a:cubicBezTo>
                  <a:cubicBezTo>
                    <a:pt x="1435" y="65214"/>
                    <a:pt x="4373" y="62230"/>
                    <a:pt x="8000" y="62230"/>
                  </a:cubicBezTo>
                  <a:lnTo>
                    <a:pt x="13624" y="62230"/>
                  </a:lnTo>
                  <a:cubicBezTo>
                    <a:pt x="17997" y="62230"/>
                    <a:pt x="21601" y="58729"/>
                    <a:pt x="21681" y="54425"/>
                  </a:cubicBezTo>
                  <a:cubicBezTo>
                    <a:pt x="21750" y="49995"/>
                    <a:pt x="18180" y="46357"/>
                    <a:pt x="13739" y="46357"/>
                  </a:cubicBezTo>
                  <a:lnTo>
                    <a:pt x="8126" y="46357"/>
                  </a:lnTo>
                  <a:cubicBezTo>
                    <a:pt x="4534" y="46357"/>
                    <a:pt x="1561" y="43487"/>
                    <a:pt x="1504" y="39964"/>
                  </a:cubicBezTo>
                  <a:cubicBezTo>
                    <a:pt x="1435" y="36337"/>
                    <a:pt x="4373" y="33353"/>
                    <a:pt x="8000" y="33353"/>
                  </a:cubicBezTo>
                  <a:lnTo>
                    <a:pt x="13624" y="33353"/>
                  </a:lnTo>
                  <a:cubicBezTo>
                    <a:pt x="17997" y="33353"/>
                    <a:pt x="21601" y="29852"/>
                    <a:pt x="21681" y="25548"/>
                  </a:cubicBezTo>
                  <a:cubicBezTo>
                    <a:pt x="21750" y="21118"/>
                    <a:pt x="18180" y="17480"/>
                    <a:pt x="13739" y="17480"/>
                  </a:cubicBezTo>
                  <a:lnTo>
                    <a:pt x="8126" y="17480"/>
                  </a:lnTo>
                  <a:cubicBezTo>
                    <a:pt x="4534" y="17480"/>
                    <a:pt x="1561" y="14611"/>
                    <a:pt x="1504" y="11087"/>
                  </a:cubicBezTo>
                  <a:cubicBezTo>
                    <a:pt x="1435" y="7449"/>
                    <a:pt x="4373" y="4476"/>
                    <a:pt x="8000" y="4476"/>
                  </a:cubicBezTo>
                  <a:lnTo>
                    <a:pt x="10869" y="4476"/>
                  </a:lnTo>
                  <a:cubicBezTo>
                    <a:pt x="12855" y="4476"/>
                    <a:pt x="14462" y="2869"/>
                    <a:pt x="14462" y="884"/>
                  </a:cubicBezTo>
                  <a:lnTo>
                    <a:pt x="14462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46;p58"/>
            <p:cNvSpPr/>
            <p:nvPr/>
          </p:nvSpPr>
          <p:spPr>
            <a:xfrm>
              <a:off x="3191453" y="1930338"/>
              <a:ext cx="176506" cy="684491"/>
            </a:xfrm>
            <a:custGeom>
              <a:avLst/>
              <a:gdLst/>
              <a:ahLst/>
              <a:cxnLst/>
              <a:rect l="l" t="t" r="r" b="b"/>
              <a:pathLst>
                <a:path w="24080" h="93414" extrusionOk="0">
                  <a:moveTo>
                    <a:pt x="16207" y="574"/>
                  </a:moveTo>
                  <a:lnTo>
                    <a:pt x="16207" y="2032"/>
                  </a:lnTo>
                  <a:cubicBezTo>
                    <a:pt x="16207" y="4327"/>
                    <a:pt x="14336" y="6198"/>
                    <a:pt x="12040" y="6198"/>
                  </a:cubicBezTo>
                  <a:lnTo>
                    <a:pt x="9171" y="6198"/>
                  </a:lnTo>
                  <a:cubicBezTo>
                    <a:pt x="5866" y="6198"/>
                    <a:pt x="3191" y="8907"/>
                    <a:pt x="3249" y="12224"/>
                  </a:cubicBezTo>
                  <a:cubicBezTo>
                    <a:pt x="3295" y="15437"/>
                    <a:pt x="6015" y="18043"/>
                    <a:pt x="9297" y="18043"/>
                  </a:cubicBezTo>
                  <a:lnTo>
                    <a:pt x="14910" y="18043"/>
                  </a:lnTo>
                  <a:cubicBezTo>
                    <a:pt x="19673" y="18043"/>
                    <a:pt x="23506" y="21945"/>
                    <a:pt x="23426" y="26708"/>
                  </a:cubicBezTo>
                  <a:cubicBezTo>
                    <a:pt x="23345" y="31322"/>
                    <a:pt x="19478" y="35075"/>
                    <a:pt x="14795" y="35075"/>
                  </a:cubicBezTo>
                  <a:lnTo>
                    <a:pt x="9171" y="35075"/>
                  </a:lnTo>
                  <a:cubicBezTo>
                    <a:pt x="5866" y="35075"/>
                    <a:pt x="3191" y="37783"/>
                    <a:pt x="3249" y="41100"/>
                  </a:cubicBezTo>
                  <a:cubicBezTo>
                    <a:pt x="3295" y="44314"/>
                    <a:pt x="6015" y="46919"/>
                    <a:pt x="9297" y="46919"/>
                  </a:cubicBezTo>
                  <a:lnTo>
                    <a:pt x="14910" y="46919"/>
                  </a:lnTo>
                  <a:cubicBezTo>
                    <a:pt x="19673" y="46919"/>
                    <a:pt x="23506" y="50822"/>
                    <a:pt x="23426" y="55573"/>
                  </a:cubicBezTo>
                  <a:cubicBezTo>
                    <a:pt x="23345" y="60187"/>
                    <a:pt x="19478" y="63940"/>
                    <a:pt x="14795" y="63940"/>
                  </a:cubicBezTo>
                  <a:lnTo>
                    <a:pt x="9171" y="63940"/>
                  </a:lnTo>
                  <a:cubicBezTo>
                    <a:pt x="5866" y="63940"/>
                    <a:pt x="3191" y="66660"/>
                    <a:pt x="3249" y="69966"/>
                  </a:cubicBezTo>
                  <a:cubicBezTo>
                    <a:pt x="3295" y="73179"/>
                    <a:pt x="6015" y="75796"/>
                    <a:pt x="9297" y="75796"/>
                  </a:cubicBezTo>
                  <a:lnTo>
                    <a:pt x="14910" y="75796"/>
                  </a:lnTo>
                  <a:cubicBezTo>
                    <a:pt x="19673" y="75796"/>
                    <a:pt x="23506" y="79698"/>
                    <a:pt x="23426" y="84450"/>
                  </a:cubicBezTo>
                  <a:cubicBezTo>
                    <a:pt x="23345" y="89075"/>
                    <a:pt x="19478" y="92840"/>
                    <a:pt x="14795" y="92840"/>
                  </a:cubicBezTo>
                  <a:lnTo>
                    <a:pt x="9171" y="92840"/>
                  </a:lnTo>
                  <a:lnTo>
                    <a:pt x="9171" y="90257"/>
                  </a:lnTo>
                  <a:lnTo>
                    <a:pt x="14795" y="90257"/>
                  </a:lnTo>
                  <a:cubicBezTo>
                    <a:pt x="18077" y="90257"/>
                    <a:pt x="20786" y="87640"/>
                    <a:pt x="20843" y="84427"/>
                  </a:cubicBezTo>
                  <a:cubicBezTo>
                    <a:pt x="20889" y="81110"/>
                    <a:pt x="18227" y="78401"/>
                    <a:pt x="14910" y="78401"/>
                  </a:cubicBezTo>
                  <a:lnTo>
                    <a:pt x="9297" y="78401"/>
                  </a:lnTo>
                  <a:cubicBezTo>
                    <a:pt x="4614" y="78401"/>
                    <a:pt x="747" y="74648"/>
                    <a:pt x="666" y="70034"/>
                  </a:cubicBezTo>
                  <a:cubicBezTo>
                    <a:pt x="586" y="65271"/>
                    <a:pt x="4419" y="61381"/>
                    <a:pt x="9171" y="61381"/>
                  </a:cubicBezTo>
                  <a:lnTo>
                    <a:pt x="14795" y="61381"/>
                  </a:lnTo>
                  <a:cubicBezTo>
                    <a:pt x="18077" y="61381"/>
                    <a:pt x="20786" y="58764"/>
                    <a:pt x="20843" y="55550"/>
                  </a:cubicBezTo>
                  <a:cubicBezTo>
                    <a:pt x="20889" y="52233"/>
                    <a:pt x="18227" y="49525"/>
                    <a:pt x="14910" y="49525"/>
                  </a:cubicBezTo>
                  <a:lnTo>
                    <a:pt x="9297" y="49525"/>
                  </a:lnTo>
                  <a:cubicBezTo>
                    <a:pt x="4614" y="49525"/>
                    <a:pt x="747" y="45772"/>
                    <a:pt x="666" y="41158"/>
                  </a:cubicBezTo>
                  <a:cubicBezTo>
                    <a:pt x="586" y="36395"/>
                    <a:pt x="4419" y="32504"/>
                    <a:pt x="9171" y="32504"/>
                  </a:cubicBezTo>
                  <a:lnTo>
                    <a:pt x="14795" y="32504"/>
                  </a:lnTo>
                  <a:cubicBezTo>
                    <a:pt x="18077" y="32504"/>
                    <a:pt x="20786" y="29887"/>
                    <a:pt x="20843" y="26673"/>
                  </a:cubicBezTo>
                  <a:cubicBezTo>
                    <a:pt x="20889" y="23357"/>
                    <a:pt x="18227" y="20648"/>
                    <a:pt x="14910" y="20648"/>
                  </a:cubicBezTo>
                  <a:lnTo>
                    <a:pt x="9297" y="20648"/>
                  </a:lnTo>
                  <a:cubicBezTo>
                    <a:pt x="4614" y="20648"/>
                    <a:pt x="747" y="16895"/>
                    <a:pt x="666" y="12281"/>
                  </a:cubicBezTo>
                  <a:cubicBezTo>
                    <a:pt x="586" y="7529"/>
                    <a:pt x="4419" y="3627"/>
                    <a:pt x="9171" y="3627"/>
                  </a:cubicBezTo>
                  <a:lnTo>
                    <a:pt x="12040" y="3627"/>
                  </a:lnTo>
                  <a:cubicBezTo>
                    <a:pt x="12913" y="3627"/>
                    <a:pt x="13624" y="2916"/>
                    <a:pt x="13624" y="2043"/>
                  </a:cubicBezTo>
                  <a:lnTo>
                    <a:pt x="13624" y="574"/>
                  </a:lnTo>
                  <a:close/>
                  <a:moveTo>
                    <a:pt x="13050" y="0"/>
                  </a:moveTo>
                  <a:lnTo>
                    <a:pt x="13050" y="2032"/>
                  </a:lnTo>
                  <a:cubicBezTo>
                    <a:pt x="13050" y="2594"/>
                    <a:pt x="12603" y="3042"/>
                    <a:pt x="12040" y="3042"/>
                  </a:cubicBezTo>
                  <a:lnTo>
                    <a:pt x="9171" y="3042"/>
                  </a:lnTo>
                  <a:cubicBezTo>
                    <a:pt x="4098" y="3042"/>
                    <a:pt x="12" y="7208"/>
                    <a:pt x="104" y="12281"/>
                  </a:cubicBezTo>
                  <a:cubicBezTo>
                    <a:pt x="184" y="17205"/>
                    <a:pt x="4305" y="21210"/>
                    <a:pt x="9297" y="21210"/>
                  </a:cubicBezTo>
                  <a:lnTo>
                    <a:pt x="14921" y="21210"/>
                  </a:lnTo>
                  <a:cubicBezTo>
                    <a:pt x="17917" y="21210"/>
                    <a:pt x="20327" y="23666"/>
                    <a:pt x="20270" y="26662"/>
                  </a:cubicBezTo>
                  <a:cubicBezTo>
                    <a:pt x="20224" y="29566"/>
                    <a:pt x="17767" y="31919"/>
                    <a:pt x="14806" y="31919"/>
                  </a:cubicBezTo>
                  <a:lnTo>
                    <a:pt x="9171" y="31919"/>
                  </a:lnTo>
                  <a:cubicBezTo>
                    <a:pt x="4098" y="31930"/>
                    <a:pt x="12" y="36085"/>
                    <a:pt x="104" y="41158"/>
                  </a:cubicBezTo>
                  <a:cubicBezTo>
                    <a:pt x="184" y="46081"/>
                    <a:pt x="4305" y="50087"/>
                    <a:pt x="9297" y="50087"/>
                  </a:cubicBezTo>
                  <a:lnTo>
                    <a:pt x="14921" y="50087"/>
                  </a:lnTo>
                  <a:cubicBezTo>
                    <a:pt x="17917" y="50087"/>
                    <a:pt x="20327" y="52543"/>
                    <a:pt x="20270" y="55539"/>
                  </a:cubicBezTo>
                  <a:cubicBezTo>
                    <a:pt x="20224" y="58442"/>
                    <a:pt x="17767" y="60807"/>
                    <a:pt x="14806" y="60807"/>
                  </a:cubicBezTo>
                  <a:lnTo>
                    <a:pt x="9171" y="60807"/>
                  </a:lnTo>
                  <a:cubicBezTo>
                    <a:pt x="4098" y="60807"/>
                    <a:pt x="1" y="64961"/>
                    <a:pt x="92" y="70046"/>
                  </a:cubicBezTo>
                  <a:cubicBezTo>
                    <a:pt x="173" y="74970"/>
                    <a:pt x="4305" y="78975"/>
                    <a:pt x="9297" y="78975"/>
                  </a:cubicBezTo>
                  <a:lnTo>
                    <a:pt x="14910" y="78975"/>
                  </a:lnTo>
                  <a:cubicBezTo>
                    <a:pt x="17905" y="78975"/>
                    <a:pt x="20315" y="81431"/>
                    <a:pt x="20270" y="84427"/>
                  </a:cubicBezTo>
                  <a:cubicBezTo>
                    <a:pt x="20224" y="87331"/>
                    <a:pt x="17767" y="89683"/>
                    <a:pt x="14795" y="89683"/>
                  </a:cubicBezTo>
                  <a:lnTo>
                    <a:pt x="8597" y="89683"/>
                  </a:lnTo>
                  <a:lnTo>
                    <a:pt x="8597" y="93414"/>
                  </a:lnTo>
                  <a:lnTo>
                    <a:pt x="14795" y="93414"/>
                  </a:lnTo>
                  <a:cubicBezTo>
                    <a:pt x="19787" y="93414"/>
                    <a:pt x="23919" y="89408"/>
                    <a:pt x="24000" y="84484"/>
                  </a:cubicBezTo>
                  <a:cubicBezTo>
                    <a:pt x="24080" y="79411"/>
                    <a:pt x="19994" y="75245"/>
                    <a:pt x="14910" y="75245"/>
                  </a:cubicBezTo>
                  <a:lnTo>
                    <a:pt x="14910" y="75234"/>
                  </a:lnTo>
                  <a:lnTo>
                    <a:pt x="9297" y="75234"/>
                  </a:lnTo>
                  <a:cubicBezTo>
                    <a:pt x="6325" y="75234"/>
                    <a:pt x="3868" y="72881"/>
                    <a:pt x="3823" y="69977"/>
                  </a:cubicBezTo>
                  <a:cubicBezTo>
                    <a:pt x="3765" y="66981"/>
                    <a:pt x="6175" y="64525"/>
                    <a:pt x="9171" y="64525"/>
                  </a:cubicBezTo>
                  <a:lnTo>
                    <a:pt x="14795" y="64525"/>
                  </a:lnTo>
                  <a:cubicBezTo>
                    <a:pt x="19787" y="64525"/>
                    <a:pt x="23919" y="60520"/>
                    <a:pt x="24000" y="55596"/>
                  </a:cubicBezTo>
                  <a:cubicBezTo>
                    <a:pt x="24080" y="50512"/>
                    <a:pt x="19994" y="46357"/>
                    <a:pt x="14910" y="46357"/>
                  </a:cubicBezTo>
                  <a:lnTo>
                    <a:pt x="9297" y="46357"/>
                  </a:lnTo>
                  <a:cubicBezTo>
                    <a:pt x="6325" y="46357"/>
                    <a:pt x="3868" y="43993"/>
                    <a:pt x="3823" y="41089"/>
                  </a:cubicBezTo>
                  <a:cubicBezTo>
                    <a:pt x="3765" y="38093"/>
                    <a:pt x="6175" y="35637"/>
                    <a:pt x="9171" y="35637"/>
                  </a:cubicBezTo>
                  <a:lnTo>
                    <a:pt x="14795" y="35637"/>
                  </a:lnTo>
                  <a:cubicBezTo>
                    <a:pt x="19787" y="35637"/>
                    <a:pt x="23919" y="31632"/>
                    <a:pt x="24000" y="26708"/>
                  </a:cubicBezTo>
                  <a:cubicBezTo>
                    <a:pt x="24080" y="21635"/>
                    <a:pt x="19994" y="17469"/>
                    <a:pt x="14910" y="17469"/>
                  </a:cubicBezTo>
                  <a:lnTo>
                    <a:pt x="9297" y="17469"/>
                  </a:lnTo>
                  <a:cubicBezTo>
                    <a:pt x="6325" y="17469"/>
                    <a:pt x="3868" y="15104"/>
                    <a:pt x="3823" y="12212"/>
                  </a:cubicBezTo>
                  <a:cubicBezTo>
                    <a:pt x="3765" y="9217"/>
                    <a:pt x="6175" y="6760"/>
                    <a:pt x="9171" y="6760"/>
                  </a:cubicBezTo>
                  <a:lnTo>
                    <a:pt x="12040" y="6760"/>
                  </a:lnTo>
                  <a:cubicBezTo>
                    <a:pt x="14657" y="6760"/>
                    <a:pt x="16780" y="4637"/>
                    <a:pt x="16780" y="2020"/>
                  </a:cubicBezTo>
                  <a:lnTo>
                    <a:pt x="16780" y="0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47;p58"/>
            <p:cNvSpPr/>
            <p:nvPr/>
          </p:nvSpPr>
          <p:spPr>
            <a:xfrm>
              <a:off x="3195740" y="1934544"/>
              <a:ext cx="168018" cy="675999"/>
            </a:xfrm>
            <a:custGeom>
              <a:avLst/>
              <a:gdLst/>
              <a:ahLst/>
              <a:cxnLst/>
              <a:rect l="l" t="t" r="r" b="b"/>
              <a:pathLst>
                <a:path w="22922" h="92255" extrusionOk="0">
                  <a:moveTo>
                    <a:pt x="15048" y="574"/>
                  </a:moveTo>
                  <a:lnTo>
                    <a:pt x="15048" y="1458"/>
                  </a:lnTo>
                  <a:cubicBezTo>
                    <a:pt x="15048" y="3443"/>
                    <a:pt x="13441" y="5050"/>
                    <a:pt x="11455" y="5050"/>
                  </a:cubicBezTo>
                  <a:lnTo>
                    <a:pt x="8586" y="5050"/>
                  </a:lnTo>
                  <a:cubicBezTo>
                    <a:pt x="4948" y="5050"/>
                    <a:pt x="2021" y="8034"/>
                    <a:pt x="2090" y="11673"/>
                  </a:cubicBezTo>
                  <a:cubicBezTo>
                    <a:pt x="2147" y="15196"/>
                    <a:pt x="5120" y="18054"/>
                    <a:pt x="8712" y="18054"/>
                  </a:cubicBezTo>
                  <a:lnTo>
                    <a:pt x="14325" y="18054"/>
                  </a:lnTo>
                  <a:cubicBezTo>
                    <a:pt x="18766" y="18054"/>
                    <a:pt x="22336" y="21692"/>
                    <a:pt x="22267" y="26134"/>
                  </a:cubicBezTo>
                  <a:cubicBezTo>
                    <a:pt x="22187" y="30438"/>
                    <a:pt x="18583" y="33927"/>
                    <a:pt x="14210" y="33927"/>
                  </a:cubicBezTo>
                  <a:lnTo>
                    <a:pt x="8586" y="33927"/>
                  </a:lnTo>
                  <a:cubicBezTo>
                    <a:pt x="4959" y="33938"/>
                    <a:pt x="2021" y="36911"/>
                    <a:pt x="2090" y="40549"/>
                  </a:cubicBezTo>
                  <a:cubicBezTo>
                    <a:pt x="2147" y="44073"/>
                    <a:pt x="5120" y="46942"/>
                    <a:pt x="8712" y="46942"/>
                  </a:cubicBezTo>
                  <a:lnTo>
                    <a:pt x="14325" y="46942"/>
                  </a:lnTo>
                  <a:cubicBezTo>
                    <a:pt x="18766" y="46942"/>
                    <a:pt x="22336" y="50569"/>
                    <a:pt x="22267" y="55011"/>
                  </a:cubicBezTo>
                  <a:cubicBezTo>
                    <a:pt x="22187" y="59315"/>
                    <a:pt x="18571" y="62815"/>
                    <a:pt x="14210" y="62815"/>
                  </a:cubicBezTo>
                  <a:lnTo>
                    <a:pt x="8586" y="62815"/>
                  </a:lnTo>
                  <a:cubicBezTo>
                    <a:pt x="4959" y="62815"/>
                    <a:pt x="2021" y="65788"/>
                    <a:pt x="2090" y="69426"/>
                  </a:cubicBezTo>
                  <a:cubicBezTo>
                    <a:pt x="2147" y="72950"/>
                    <a:pt x="5120" y="75819"/>
                    <a:pt x="8712" y="75819"/>
                  </a:cubicBezTo>
                  <a:lnTo>
                    <a:pt x="14325" y="75819"/>
                  </a:lnTo>
                  <a:cubicBezTo>
                    <a:pt x="18766" y="75819"/>
                    <a:pt x="22336" y="79457"/>
                    <a:pt x="22267" y="83887"/>
                  </a:cubicBezTo>
                  <a:cubicBezTo>
                    <a:pt x="22187" y="88180"/>
                    <a:pt x="18583" y="91692"/>
                    <a:pt x="14210" y="91692"/>
                  </a:cubicBezTo>
                  <a:lnTo>
                    <a:pt x="9160" y="91692"/>
                  </a:lnTo>
                  <a:lnTo>
                    <a:pt x="9160" y="90257"/>
                  </a:lnTo>
                  <a:lnTo>
                    <a:pt x="14210" y="90257"/>
                  </a:lnTo>
                  <a:cubicBezTo>
                    <a:pt x="17791" y="90257"/>
                    <a:pt x="20775" y="87388"/>
                    <a:pt x="20832" y="83864"/>
                  </a:cubicBezTo>
                  <a:cubicBezTo>
                    <a:pt x="20890" y="80226"/>
                    <a:pt x="17963" y="77242"/>
                    <a:pt x="14325" y="77242"/>
                  </a:cubicBezTo>
                  <a:lnTo>
                    <a:pt x="8712" y="77242"/>
                  </a:lnTo>
                  <a:cubicBezTo>
                    <a:pt x="4339" y="77242"/>
                    <a:pt x="724" y="73741"/>
                    <a:pt x="655" y="69449"/>
                  </a:cubicBezTo>
                  <a:cubicBezTo>
                    <a:pt x="575" y="65007"/>
                    <a:pt x="4156" y="61369"/>
                    <a:pt x="8586" y="61369"/>
                  </a:cubicBezTo>
                  <a:lnTo>
                    <a:pt x="14210" y="61369"/>
                  </a:lnTo>
                  <a:cubicBezTo>
                    <a:pt x="17791" y="61369"/>
                    <a:pt x="20775" y="58500"/>
                    <a:pt x="20832" y="54976"/>
                  </a:cubicBezTo>
                  <a:cubicBezTo>
                    <a:pt x="20890" y="51349"/>
                    <a:pt x="17963" y="48365"/>
                    <a:pt x="14325" y="48365"/>
                  </a:cubicBezTo>
                  <a:lnTo>
                    <a:pt x="8712" y="48365"/>
                  </a:lnTo>
                  <a:cubicBezTo>
                    <a:pt x="4339" y="48365"/>
                    <a:pt x="724" y="44865"/>
                    <a:pt x="655" y="40561"/>
                  </a:cubicBezTo>
                  <a:cubicBezTo>
                    <a:pt x="575" y="36131"/>
                    <a:pt x="4156" y="32492"/>
                    <a:pt x="8586" y="32492"/>
                  </a:cubicBezTo>
                  <a:lnTo>
                    <a:pt x="14210" y="32492"/>
                  </a:lnTo>
                  <a:cubicBezTo>
                    <a:pt x="17791" y="32492"/>
                    <a:pt x="20775" y="29623"/>
                    <a:pt x="20832" y="26099"/>
                  </a:cubicBezTo>
                  <a:cubicBezTo>
                    <a:pt x="20890" y="22461"/>
                    <a:pt x="17963" y="19489"/>
                    <a:pt x="14325" y="19489"/>
                  </a:cubicBezTo>
                  <a:lnTo>
                    <a:pt x="8712" y="19489"/>
                  </a:lnTo>
                  <a:cubicBezTo>
                    <a:pt x="4339" y="19489"/>
                    <a:pt x="724" y="15988"/>
                    <a:pt x="655" y="11684"/>
                  </a:cubicBezTo>
                  <a:cubicBezTo>
                    <a:pt x="575" y="7254"/>
                    <a:pt x="4156" y="3616"/>
                    <a:pt x="8586" y="3616"/>
                  </a:cubicBezTo>
                  <a:lnTo>
                    <a:pt x="11455" y="3616"/>
                  </a:lnTo>
                  <a:cubicBezTo>
                    <a:pt x="12649" y="3616"/>
                    <a:pt x="13613" y="2651"/>
                    <a:pt x="13613" y="1458"/>
                  </a:cubicBezTo>
                  <a:lnTo>
                    <a:pt x="13613" y="574"/>
                  </a:lnTo>
                  <a:close/>
                  <a:moveTo>
                    <a:pt x="13039" y="0"/>
                  </a:moveTo>
                  <a:lnTo>
                    <a:pt x="13039" y="1458"/>
                  </a:lnTo>
                  <a:cubicBezTo>
                    <a:pt x="13039" y="2330"/>
                    <a:pt x="12328" y="3042"/>
                    <a:pt x="11455" y="3042"/>
                  </a:cubicBezTo>
                  <a:lnTo>
                    <a:pt x="8586" y="3042"/>
                  </a:lnTo>
                  <a:cubicBezTo>
                    <a:pt x="3834" y="3042"/>
                    <a:pt x="1" y="6944"/>
                    <a:pt x="93" y="11696"/>
                  </a:cubicBezTo>
                  <a:cubicBezTo>
                    <a:pt x="162" y="16309"/>
                    <a:pt x="4029" y="20062"/>
                    <a:pt x="8712" y="20062"/>
                  </a:cubicBezTo>
                  <a:lnTo>
                    <a:pt x="14336" y="20062"/>
                  </a:lnTo>
                  <a:cubicBezTo>
                    <a:pt x="17642" y="20062"/>
                    <a:pt x="20316" y="22771"/>
                    <a:pt x="20258" y="26088"/>
                  </a:cubicBezTo>
                  <a:cubicBezTo>
                    <a:pt x="20212" y="29302"/>
                    <a:pt x="17492" y="31907"/>
                    <a:pt x="14221" y="31907"/>
                  </a:cubicBezTo>
                  <a:lnTo>
                    <a:pt x="8586" y="31907"/>
                  </a:lnTo>
                  <a:cubicBezTo>
                    <a:pt x="3834" y="31918"/>
                    <a:pt x="1" y="35821"/>
                    <a:pt x="93" y="40572"/>
                  </a:cubicBezTo>
                  <a:cubicBezTo>
                    <a:pt x="162" y="45186"/>
                    <a:pt x="4029" y="48939"/>
                    <a:pt x="8712" y="48939"/>
                  </a:cubicBezTo>
                  <a:lnTo>
                    <a:pt x="14336" y="48939"/>
                  </a:lnTo>
                  <a:cubicBezTo>
                    <a:pt x="17642" y="48939"/>
                    <a:pt x="20316" y="51659"/>
                    <a:pt x="20258" y="54965"/>
                  </a:cubicBezTo>
                  <a:cubicBezTo>
                    <a:pt x="20212" y="58178"/>
                    <a:pt x="17492" y="60795"/>
                    <a:pt x="14221" y="60795"/>
                  </a:cubicBezTo>
                  <a:lnTo>
                    <a:pt x="8586" y="60795"/>
                  </a:lnTo>
                  <a:cubicBezTo>
                    <a:pt x="3834" y="60795"/>
                    <a:pt x="1" y="64697"/>
                    <a:pt x="93" y="69449"/>
                  </a:cubicBezTo>
                  <a:cubicBezTo>
                    <a:pt x="162" y="74063"/>
                    <a:pt x="4029" y="77816"/>
                    <a:pt x="8712" y="77816"/>
                  </a:cubicBezTo>
                  <a:lnTo>
                    <a:pt x="14336" y="77816"/>
                  </a:lnTo>
                  <a:cubicBezTo>
                    <a:pt x="17642" y="77816"/>
                    <a:pt x="20316" y="80536"/>
                    <a:pt x="20258" y="83841"/>
                  </a:cubicBezTo>
                  <a:cubicBezTo>
                    <a:pt x="20212" y="87055"/>
                    <a:pt x="17492" y="89672"/>
                    <a:pt x="14221" y="89672"/>
                  </a:cubicBezTo>
                  <a:lnTo>
                    <a:pt x="8586" y="89672"/>
                  </a:lnTo>
                  <a:lnTo>
                    <a:pt x="8586" y="92254"/>
                  </a:lnTo>
                  <a:lnTo>
                    <a:pt x="14210" y="92254"/>
                  </a:lnTo>
                  <a:cubicBezTo>
                    <a:pt x="18893" y="92254"/>
                    <a:pt x="22760" y="88501"/>
                    <a:pt x="22841" y="83887"/>
                  </a:cubicBezTo>
                  <a:cubicBezTo>
                    <a:pt x="22921" y="79136"/>
                    <a:pt x="19088" y="75233"/>
                    <a:pt x="14325" y="75233"/>
                  </a:cubicBezTo>
                  <a:lnTo>
                    <a:pt x="8712" y="75233"/>
                  </a:lnTo>
                  <a:cubicBezTo>
                    <a:pt x="5430" y="75233"/>
                    <a:pt x="2721" y="72628"/>
                    <a:pt x="2664" y="69415"/>
                  </a:cubicBezTo>
                  <a:cubicBezTo>
                    <a:pt x="2606" y="66098"/>
                    <a:pt x="5281" y="63389"/>
                    <a:pt x="8586" y="63389"/>
                  </a:cubicBezTo>
                  <a:lnTo>
                    <a:pt x="14210" y="63389"/>
                  </a:lnTo>
                  <a:cubicBezTo>
                    <a:pt x="18893" y="63389"/>
                    <a:pt x="22760" y="59636"/>
                    <a:pt x="22841" y="55022"/>
                  </a:cubicBezTo>
                  <a:cubicBezTo>
                    <a:pt x="22921" y="50266"/>
                    <a:pt x="19099" y="46368"/>
                    <a:pt x="14346" y="46368"/>
                  </a:cubicBezTo>
                  <a:cubicBezTo>
                    <a:pt x="14339" y="46368"/>
                    <a:pt x="14332" y="46368"/>
                    <a:pt x="14325" y="46368"/>
                  </a:cubicBezTo>
                  <a:lnTo>
                    <a:pt x="8712" y="46368"/>
                  </a:lnTo>
                  <a:cubicBezTo>
                    <a:pt x="5430" y="46368"/>
                    <a:pt x="2721" y="43751"/>
                    <a:pt x="2664" y="40538"/>
                  </a:cubicBezTo>
                  <a:cubicBezTo>
                    <a:pt x="2606" y="37221"/>
                    <a:pt x="5281" y="34512"/>
                    <a:pt x="8586" y="34512"/>
                  </a:cubicBezTo>
                  <a:lnTo>
                    <a:pt x="14210" y="34512"/>
                  </a:lnTo>
                  <a:cubicBezTo>
                    <a:pt x="18893" y="34512"/>
                    <a:pt x="22760" y="30759"/>
                    <a:pt x="22841" y="26145"/>
                  </a:cubicBezTo>
                  <a:cubicBezTo>
                    <a:pt x="22921" y="21382"/>
                    <a:pt x="19088" y="17492"/>
                    <a:pt x="14325" y="17492"/>
                  </a:cubicBezTo>
                  <a:lnTo>
                    <a:pt x="8712" y="17492"/>
                  </a:lnTo>
                  <a:cubicBezTo>
                    <a:pt x="5430" y="17492"/>
                    <a:pt x="2721" y="14875"/>
                    <a:pt x="2664" y="11661"/>
                  </a:cubicBezTo>
                  <a:cubicBezTo>
                    <a:pt x="2606" y="8344"/>
                    <a:pt x="5281" y="5636"/>
                    <a:pt x="8586" y="5636"/>
                  </a:cubicBezTo>
                  <a:lnTo>
                    <a:pt x="11455" y="5636"/>
                  </a:lnTo>
                  <a:cubicBezTo>
                    <a:pt x="13751" y="5636"/>
                    <a:pt x="15622" y="3776"/>
                    <a:pt x="15622" y="1481"/>
                  </a:cubicBezTo>
                  <a:lnTo>
                    <a:pt x="15622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48;p58"/>
            <p:cNvSpPr/>
            <p:nvPr/>
          </p:nvSpPr>
          <p:spPr>
            <a:xfrm>
              <a:off x="3216795" y="2193083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0"/>
                  </a:moveTo>
                  <a:cubicBezTo>
                    <a:pt x="4125" y="0"/>
                    <a:pt x="2125" y="1195"/>
                    <a:pt x="1306" y="3338"/>
                  </a:cubicBezTo>
                  <a:cubicBezTo>
                    <a:pt x="1" y="6752"/>
                    <a:pt x="2545" y="10371"/>
                    <a:pt x="6134" y="10371"/>
                  </a:cubicBezTo>
                  <a:cubicBezTo>
                    <a:pt x="6238" y="10371"/>
                    <a:pt x="6342" y="10368"/>
                    <a:pt x="6448" y="10362"/>
                  </a:cubicBezTo>
                  <a:lnTo>
                    <a:pt x="3716" y="7631"/>
                  </a:lnTo>
                  <a:lnTo>
                    <a:pt x="3693" y="7608"/>
                  </a:lnTo>
                  <a:cubicBezTo>
                    <a:pt x="2396" y="6242"/>
                    <a:pt x="2419" y="4096"/>
                    <a:pt x="3762" y="2764"/>
                  </a:cubicBezTo>
                  <a:cubicBezTo>
                    <a:pt x="4430" y="2101"/>
                    <a:pt x="5307" y="1769"/>
                    <a:pt x="6185" y="1769"/>
                  </a:cubicBezTo>
                  <a:cubicBezTo>
                    <a:pt x="7055" y="1769"/>
                    <a:pt x="7925" y="2096"/>
                    <a:pt x="8594" y="2753"/>
                  </a:cubicBezTo>
                  <a:lnTo>
                    <a:pt x="11325" y="5484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0"/>
                  </a:lnTo>
                  <a:lnTo>
                    <a:pt x="11325" y="4830"/>
                  </a:lnTo>
                  <a:cubicBezTo>
                    <a:pt x="11245" y="3579"/>
                    <a:pt x="10706" y="2408"/>
                    <a:pt x="9822" y="1525"/>
                  </a:cubicBezTo>
                  <a:cubicBezTo>
                    <a:pt x="8784" y="487"/>
                    <a:pt x="7466" y="0"/>
                    <a:pt x="616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49;p58"/>
            <p:cNvSpPr/>
            <p:nvPr/>
          </p:nvSpPr>
          <p:spPr>
            <a:xfrm>
              <a:off x="3316610" y="2217792"/>
              <a:ext cx="150177" cy="26672"/>
            </a:xfrm>
            <a:custGeom>
              <a:avLst/>
              <a:gdLst/>
              <a:ahLst/>
              <a:cxnLst/>
              <a:rect l="l" t="t" r="r" b="b"/>
              <a:pathLst>
                <a:path w="20488" h="3640" extrusionOk="0">
                  <a:moveTo>
                    <a:pt x="18650" y="0"/>
                  </a:moveTo>
                  <a:cubicBezTo>
                    <a:pt x="18643" y="0"/>
                    <a:pt x="18636" y="0"/>
                    <a:pt x="18628" y="1"/>
                  </a:cubicBezTo>
                  <a:cubicBezTo>
                    <a:pt x="18043" y="1"/>
                    <a:pt x="17481" y="287"/>
                    <a:pt x="17148" y="781"/>
                  </a:cubicBezTo>
                  <a:cubicBezTo>
                    <a:pt x="16861" y="1194"/>
                    <a:pt x="16390" y="1447"/>
                    <a:pt x="15885" y="1458"/>
                  </a:cubicBezTo>
                  <a:lnTo>
                    <a:pt x="1" y="1458"/>
                  </a:lnTo>
                  <a:lnTo>
                    <a:pt x="1" y="2170"/>
                  </a:lnTo>
                  <a:lnTo>
                    <a:pt x="15885" y="2170"/>
                  </a:lnTo>
                  <a:cubicBezTo>
                    <a:pt x="16379" y="2170"/>
                    <a:pt x="16849" y="2422"/>
                    <a:pt x="17125" y="2835"/>
                  </a:cubicBezTo>
                  <a:cubicBezTo>
                    <a:pt x="17463" y="3342"/>
                    <a:pt x="18044" y="3639"/>
                    <a:pt x="18651" y="3639"/>
                  </a:cubicBezTo>
                  <a:cubicBezTo>
                    <a:pt x="18663" y="3639"/>
                    <a:pt x="18674" y="3639"/>
                    <a:pt x="18686" y="3639"/>
                  </a:cubicBezTo>
                  <a:cubicBezTo>
                    <a:pt x="19684" y="3616"/>
                    <a:pt x="20488" y="2790"/>
                    <a:pt x="20476" y="1791"/>
                  </a:cubicBezTo>
                  <a:cubicBezTo>
                    <a:pt x="20465" y="788"/>
                    <a:pt x="19650" y="0"/>
                    <a:pt x="1865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0;p58"/>
            <p:cNvSpPr/>
            <p:nvPr/>
          </p:nvSpPr>
          <p:spPr>
            <a:xfrm>
              <a:off x="3244021" y="2213249"/>
              <a:ext cx="55869" cy="55770"/>
            </a:xfrm>
            <a:custGeom>
              <a:avLst/>
              <a:gdLst/>
              <a:ahLst/>
              <a:cxnLst/>
              <a:rect l="l" t="t" r="r" b="b"/>
              <a:pathLst>
                <a:path w="7622" h="7611" extrusionOk="0">
                  <a:moveTo>
                    <a:pt x="4879" y="1"/>
                  </a:moveTo>
                  <a:lnTo>
                    <a:pt x="5093" y="214"/>
                  </a:lnTo>
                  <a:lnTo>
                    <a:pt x="5093" y="214"/>
                  </a:lnTo>
                  <a:cubicBezTo>
                    <a:pt x="5025" y="140"/>
                    <a:pt x="4954" y="69"/>
                    <a:pt x="4879" y="1"/>
                  </a:cubicBezTo>
                  <a:close/>
                  <a:moveTo>
                    <a:pt x="1" y="4879"/>
                  </a:moveTo>
                  <a:lnTo>
                    <a:pt x="1" y="4879"/>
                  </a:lnTo>
                  <a:cubicBezTo>
                    <a:pt x="64" y="4947"/>
                    <a:pt x="130" y="5012"/>
                    <a:pt x="197" y="5074"/>
                  </a:cubicBezTo>
                  <a:lnTo>
                    <a:pt x="197" y="5074"/>
                  </a:lnTo>
                  <a:lnTo>
                    <a:pt x="1" y="4879"/>
                  </a:lnTo>
                  <a:close/>
                  <a:moveTo>
                    <a:pt x="5093" y="214"/>
                  </a:moveTo>
                  <a:lnTo>
                    <a:pt x="5093" y="214"/>
                  </a:lnTo>
                  <a:cubicBezTo>
                    <a:pt x="6325" y="1553"/>
                    <a:pt x="6288" y="3654"/>
                    <a:pt x="4982" y="4970"/>
                  </a:cubicBezTo>
                  <a:cubicBezTo>
                    <a:pt x="4305" y="5648"/>
                    <a:pt x="3420" y="5984"/>
                    <a:pt x="2536" y="5984"/>
                  </a:cubicBezTo>
                  <a:cubicBezTo>
                    <a:pt x="1695" y="5984"/>
                    <a:pt x="855" y="5679"/>
                    <a:pt x="197" y="5074"/>
                  </a:cubicBezTo>
                  <a:lnTo>
                    <a:pt x="197" y="5074"/>
                  </a:lnTo>
                  <a:lnTo>
                    <a:pt x="2744" y="7610"/>
                  </a:lnTo>
                  <a:cubicBezTo>
                    <a:pt x="5349" y="7461"/>
                    <a:pt x="7438" y="5395"/>
                    <a:pt x="7622" y="2790"/>
                  </a:cubicBezTo>
                  <a:lnTo>
                    <a:pt x="7622" y="2732"/>
                  </a:lnTo>
                  <a:lnTo>
                    <a:pt x="5093" y="214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1;p58"/>
            <p:cNvSpPr/>
            <p:nvPr/>
          </p:nvSpPr>
          <p:spPr>
            <a:xfrm>
              <a:off x="3234354" y="2206046"/>
              <a:ext cx="55276" cy="50369"/>
            </a:xfrm>
            <a:custGeom>
              <a:avLst/>
              <a:gdLst/>
              <a:ahLst/>
              <a:cxnLst/>
              <a:rect l="l" t="t" r="r" b="b"/>
              <a:pathLst>
                <a:path w="7541" h="6874" extrusionOk="0">
                  <a:moveTo>
                    <a:pt x="3795" y="1"/>
                  </a:moveTo>
                  <a:cubicBezTo>
                    <a:pt x="2915" y="1"/>
                    <a:pt x="2036" y="337"/>
                    <a:pt x="1366" y="1007"/>
                  </a:cubicBezTo>
                  <a:cubicBezTo>
                    <a:pt x="23" y="2327"/>
                    <a:pt x="0" y="4473"/>
                    <a:pt x="1297" y="5839"/>
                  </a:cubicBezTo>
                  <a:lnTo>
                    <a:pt x="1320" y="5862"/>
                  </a:lnTo>
                  <a:cubicBezTo>
                    <a:pt x="1990" y="6537"/>
                    <a:pt x="2871" y="6873"/>
                    <a:pt x="3753" y="6873"/>
                  </a:cubicBezTo>
                  <a:cubicBezTo>
                    <a:pt x="4639" y="6873"/>
                    <a:pt x="5525" y="6534"/>
                    <a:pt x="6198" y="5862"/>
                  </a:cubicBezTo>
                  <a:cubicBezTo>
                    <a:pt x="7541" y="4507"/>
                    <a:pt x="7541" y="2327"/>
                    <a:pt x="6198" y="984"/>
                  </a:cubicBezTo>
                  <a:cubicBezTo>
                    <a:pt x="5531" y="328"/>
                    <a:pt x="4663" y="1"/>
                    <a:pt x="37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2;p58"/>
            <p:cNvSpPr/>
            <p:nvPr/>
          </p:nvSpPr>
          <p:spPr>
            <a:xfrm>
              <a:off x="3216795" y="1980642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1"/>
                  </a:moveTo>
                  <a:cubicBezTo>
                    <a:pt x="4125" y="1"/>
                    <a:pt x="2125" y="1195"/>
                    <a:pt x="1306" y="3339"/>
                  </a:cubicBezTo>
                  <a:cubicBezTo>
                    <a:pt x="1" y="6752"/>
                    <a:pt x="2545" y="10372"/>
                    <a:pt x="6134" y="10372"/>
                  </a:cubicBezTo>
                  <a:cubicBezTo>
                    <a:pt x="6238" y="10372"/>
                    <a:pt x="6342" y="10369"/>
                    <a:pt x="6448" y="10363"/>
                  </a:cubicBezTo>
                  <a:lnTo>
                    <a:pt x="3716" y="7631"/>
                  </a:lnTo>
                  <a:cubicBezTo>
                    <a:pt x="3716" y="7620"/>
                    <a:pt x="3693" y="7608"/>
                    <a:pt x="3693" y="7608"/>
                  </a:cubicBezTo>
                  <a:cubicBezTo>
                    <a:pt x="2362" y="6242"/>
                    <a:pt x="2385" y="4073"/>
                    <a:pt x="3727" y="2730"/>
                  </a:cubicBezTo>
                  <a:cubicBezTo>
                    <a:pt x="4403" y="2066"/>
                    <a:pt x="5282" y="1733"/>
                    <a:pt x="6159" y="1733"/>
                  </a:cubicBezTo>
                  <a:cubicBezTo>
                    <a:pt x="7041" y="1733"/>
                    <a:pt x="7921" y="2069"/>
                    <a:pt x="8594" y="2742"/>
                  </a:cubicBezTo>
                  <a:lnTo>
                    <a:pt x="11325" y="5485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1"/>
                  </a:lnTo>
                  <a:lnTo>
                    <a:pt x="11325" y="4831"/>
                  </a:lnTo>
                  <a:cubicBezTo>
                    <a:pt x="11245" y="3580"/>
                    <a:pt x="10706" y="2397"/>
                    <a:pt x="9822" y="1525"/>
                  </a:cubicBezTo>
                  <a:cubicBezTo>
                    <a:pt x="8784" y="488"/>
                    <a:pt x="7466" y="1"/>
                    <a:pt x="616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3;p58"/>
            <p:cNvSpPr/>
            <p:nvPr/>
          </p:nvSpPr>
          <p:spPr>
            <a:xfrm>
              <a:off x="3316610" y="2005358"/>
              <a:ext cx="153043" cy="26584"/>
            </a:xfrm>
            <a:custGeom>
              <a:avLst/>
              <a:gdLst/>
              <a:ahLst/>
              <a:cxnLst/>
              <a:rect l="l" t="t" r="r" b="b"/>
              <a:pathLst>
                <a:path w="20879" h="3628" extrusionOk="0">
                  <a:moveTo>
                    <a:pt x="18628" y="0"/>
                  </a:moveTo>
                  <a:cubicBezTo>
                    <a:pt x="18043" y="0"/>
                    <a:pt x="17481" y="287"/>
                    <a:pt x="17148" y="769"/>
                  </a:cubicBezTo>
                  <a:cubicBezTo>
                    <a:pt x="16861" y="1194"/>
                    <a:pt x="16390" y="1446"/>
                    <a:pt x="15885" y="1458"/>
                  </a:cubicBezTo>
                  <a:lnTo>
                    <a:pt x="1" y="1458"/>
                  </a:lnTo>
                  <a:lnTo>
                    <a:pt x="1" y="2169"/>
                  </a:lnTo>
                  <a:lnTo>
                    <a:pt x="15885" y="2169"/>
                  </a:lnTo>
                  <a:cubicBezTo>
                    <a:pt x="16379" y="2169"/>
                    <a:pt x="16849" y="2422"/>
                    <a:pt x="17125" y="2823"/>
                  </a:cubicBezTo>
                  <a:cubicBezTo>
                    <a:pt x="17490" y="3363"/>
                    <a:pt x="18064" y="3628"/>
                    <a:pt x="18635" y="3628"/>
                  </a:cubicBezTo>
                  <a:cubicBezTo>
                    <a:pt x="19268" y="3628"/>
                    <a:pt x="19897" y="3302"/>
                    <a:pt x="20235" y="2663"/>
                  </a:cubicBezTo>
                  <a:cubicBezTo>
                    <a:pt x="20878" y="1458"/>
                    <a:pt x="20006" y="0"/>
                    <a:pt x="1862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;p58"/>
            <p:cNvSpPr/>
            <p:nvPr/>
          </p:nvSpPr>
          <p:spPr>
            <a:xfrm>
              <a:off x="3244021" y="2000727"/>
              <a:ext cx="55869" cy="55850"/>
            </a:xfrm>
            <a:custGeom>
              <a:avLst/>
              <a:gdLst/>
              <a:ahLst/>
              <a:cxnLst/>
              <a:rect l="l" t="t" r="r" b="b"/>
              <a:pathLst>
                <a:path w="7622" h="7622" extrusionOk="0">
                  <a:moveTo>
                    <a:pt x="4879" y="1"/>
                  </a:moveTo>
                  <a:cubicBezTo>
                    <a:pt x="6141" y="1367"/>
                    <a:pt x="6095" y="3478"/>
                    <a:pt x="4787" y="4787"/>
                  </a:cubicBezTo>
                  <a:cubicBezTo>
                    <a:pt x="4115" y="5459"/>
                    <a:pt x="3232" y="5798"/>
                    <a:pt x="2346" y="5798"/>
                  </a:cubicBezTo>
                  <a:cubicBezTo>
                    <a:pt x="1507" y="5798"/>
                    <a:pt x="666" y="5493"/>
                    <a:pt x="1" y="4879"/>
                  </a:cubicBezTo>
                  <a:lnTo>
                    <a:pt x="1" y="4879"/>
                  </a:lnTo>
                  <a:lnTo>
                    <a:pt x="2744" y="7622"/>
                  </a:lnTo>
                  <a:cubicBezTo>
                    <a:pt x="5349" y="7472"/>
                    <a:pt x="7438" y="5407"/>
                    <a:pt x="7622" y="2801"/>
                  </a:cubicBezTo>
                  <a:lnTo>
                    <a:pt x="7622" y="2732"/>
                  </a:lnTo>
                  <a:lnTo>
                    <a:pt x="487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;p58"/>
            <p:cNvSpPr/>
            <p:nvPr/>
          </p:nvSpPr>
          <p:spPr>
            <a:xfrm>
              <a:off x="3234098" y="1993392"/>
              <a:ext cx="55532" cy="50552"/>
            </a:xfrm>
            <a:custGeom>
              <a:avLst/>
              <a:gdLst/>
              <a:ahLst/>
              <a:cxnLst/>
              <a:rect l="l" t="t" r="r" b="b"/>
              <a:pathLst>
                <a:path w="7576" h="6899" extrusionOk="0">
                  <a:moveTo>
                    <a:pt x="3793" y="0"/>
                  </a:moveTo>
                  <a:cubicBezTo>
                    <a:pt x="2917" y="0"/>
                    <a:pt x="2041" y="333"/>
                    <a:pt x="1366" y="1002"/>
                  </a:cubicBezTo>
                  <a:cubicBezTo>
                    <a:pt x="24" y="2333"/>
                    <a:pt x="1" y="4514"/>
                    <a:pt x="1332" y="5868"/>
                  </a:cubicBezTo>
                  <a:cubicBezTo>
                    <a:pt x="1343" y="5880"/>
                    <a:pt x="1343" y="5880"/>
                    <a:pt x="1355" y="5891"/>
                  </a:cubicBezTo>
                  <a:cubicBezTo>
                    <a:pt x="2026" y="6563"/>
                    <a:pt x="2910" y="6898"/>
                    <a:pt x="3794" y="6898"/>
                  </a:cubicBezTo>
                  <a:cubicBezTo>
                    <a:pt x="4678" y="6898"/>
                    <a:pt x="5561" y="6563"/>
                    <a:pt x="6233" y="5891"/>
                  </a:cubicBezTo>
                  <a:cubicBezTo>
                    <a:pt x="7576" y="4537"/>
                    <a:pt x="7576" y="2356"/>
                    <a:pt x="6233" y="1013"/>
                  </a:cubicBezTo>
                  <a:cubicBezTo>
                    <a:pt x="5558" y="339"/>
                    <a:pt x="4676" y="0"/>
                    <a:pt x="37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6;p58"/>
            <p:cNvSpPr/>
            <p:nvPr/>
          </p:nvSpPr>
          <p:spPr>
            <a:xfrm>
              <a:off x="3088670" y="2111564"/>
              <a:ext cx="139746" cy="26679"/>
            </a:xfrm>
            <a:custGeom>
              <a:avLst/>
              <a:gdLst/>
              <a:ahLst/>
              <a:cxnLst/>
              <a:rect l="l" t="t" r="r" b="b"/>
              <a:pathLst>
                <a:path w="19065" h="3641" extrusionOk="0">
                  <a:moveTo>
                    <a:pt x="2249" y="1"/>
                  </a:moveTo>
                  <a:cubicBezTo>
                    <a:pt x="1614" y="1"/>
                    <a:pt x="981" y="326"/>
                    <a:pt x="643" y="966"/>
                  </a:cubicBezTo>
                  <a:cubicBezTo>
                    <a:pt x="0" y="2171"/>
                    <a:pt x="873" y="3640"/>
                    <a:pt x="2250" y="3640"/>
                  </a:cubicBezTo>
                  <a:cubicBezTo>
                    <a:pt x="2847" y="3640"/>
                    <a:pt x="3409" y="3353"/>
                    <a:pt x="3742" y="2860"/>
                  </a:cubicBezTo>
                  <a:cubicBezTo>
                    <a:pt x="4029" y="2435"/>
                    <a:pt x="4488" y="2182"/>
                    <a:pt x="5004" y="2182"/>
                  </a:cubicBezTo>
                  <a:lnTo>
                    <a:pt x="19064" y="2182"/>
                  </a:lnTo>
                  <a:lnTo>
                    <a:pt x="19064" y="1459"/>
                  </a:lnTo>
                  <a:lnTo>
                    <a:pt x="5004" y="1459"/>
                  </a:lnTo>
                  <a:cubicBezTo>
                    <a:pt x="4499" y="1459"/>
                    <a:pt x="4040" y="1218"/>
                    <a:pt x="3765" y="805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7;p58"/>
            <p:cNvSpPr/>
            <p:nvPr/>
          </p:nvSpPr>
          <p:spPr>
            <a:xfrm>
              <a:off x="3234603" y="2086687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7"/>
                  </a:lnTo>
                  <a:lnTo>
                    <a:pt x="3283" y="5577"/>
                  </a:lnTo>
                  <a:cubicBezTo>
                    <a:pt x="3471" y="8312"/>
                    <a:pt x="5753" y="10406"/>
                    <a:pt x="8459" y="10406"/>
                  </a:cubicBezTo>
                  <a:cubicBezTo>
                    <a:pt x="8558" y="10406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43"/>
                  </a:lnTo>
                  <a:cubicBezTo>
                    <a:pt x="4672" y="6278"/>
                    <a:pt x="4683" y="4108"/>
                    <a:pt x="6038" y="2766"/>
                  </a:cubicBezTo>
                  <a:cubicBezTo>
                    <a:pt x="6708" y="2101"/>
                    <a:pt x="7586" y="1768"/>
                    <a:pt x="8465" y="1768"/>
                  </a:cubicBezTo>
                  <a:cubicBezTo>
                    <a:pt x="9348" y="1768"/>
                    <a:pt x="10231" y="2104"/>
                    <a:pt x="10904" y="2777"/>
                  </a:cubicBezTo>
                  <a:lnTo>
                    <a:pt x="13635" y="5520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8;p58"/>
            <p:cNvSpPr/>
            <p:nvPr/>
          </p:nvSpPr>
          <p:spPr>
            <a:xfrm>
              <a:off x="3278765" y="2107116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1"/>
                  </a:move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5"/>
                    <a:pt x="2435" y="5885"/>
                  </a:cubicBezTo>
                  <a:cubicBezTo>
                    <a:pt x="1552" y="5885"/>
                    <a:pt x="672" y="5550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1"/>
                    <a:pt x="7460" y="5360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9;p58"/>
            <p:cNvSpPr/>
            <p:nvPr/>
          </p:nvSpPr>
          <p:spPr>
            <a:xfrm>
              <a:off x="3268754" y="2099693"/>
              <a:ext cx="54938" cy="49864"/>
            </a:xfrm>
            <a:custGeom>
              <a:avLst/>
              <a:gdLst/>
              <a:ahLst/>
              <a:cxnLst/>
              <a:rect l="l" t="t" r="r" b="b"/>
              <a:pathLst>
                <a:path w="7495" h="6805" extrusionOk="0">
                  <a:moveTo>
                    <a:pt x="3792" y="1"/>
                  </a:moveTo>
                  <a:cubicBezTo>
                    <a:pt x="2917" y="1"/>
                    <a:pt x="2040" y="333"/>
                    <a:pt x="1366" y="1002"/>
                  </a:cubicBezTo>
                  <a:cubicBezTo>
                    <a:pt x="23" y="2333"/>
                    <a:pt x="0" y="4514"/>
                    <a:pt x="1332" y="5868"/>
                  </a:cubicBezTo>
                  <a:lnTo>
                    <a:pt x="1332" y="5857"/>
                  </a:lnTo>
                  <a:lnTo>
                    <a:pt x="1355" y="5891"/>
                  </a:lnTo>
                  <a:cubicBezTo>
                    <a:pt x="2019" y="6500"/>
                    <a:pt x="2860" y="6804"/>
                    <a:pt x="3700" y="6804"/>
                  </a:cubicBezTo>
                  <a:cubicBezTo>
                    <a:pt x="4585" y="6804"/>
                    <a:pt x="5469" y="6466"/>
                    <a:pt x="6141" y="5788"/>
                  </a:cubicBezTo>
                  <a:cubicBezTo>
                    <a:pt x="7449" y="4480"/>
                    <a:pt x="7495" y="2368"/>
                    <a:pt x="6232" y="1014"/>
                  </a:cubicBezTo>
                  <a:cubicBezTo>
                    <a:pt x="5558" y="339"/>
                    <a:pt x="4675" y="1"/>
                    <a:pt x="37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60;p58"/>
            <p:cNvSpPr/>
            <p:nvPr/>
          </p:nvSpPr>
          <p:spPr>
            <a:xfrm>
              <a:off x="3088670" y="2323456"/>
              <a:ext cx="139746" cy="26716"/>
            </a:xfrm>
            <a:custGeom>
              <a:avLst/>
              <a:gdLst/>
              <a:ahLst/>
              <a:cxnLst/>
              <a:rect l="l" t="t" r="r" b="b"/>
              <a:pathLst>
                <a:path w="19065" h="3646" extrusionOk="0">
                  <a:moveTo>
                    <a:pt x="2249" y="1"/>
                  </a:moveTo>
                  <a:cubicBezTo>
                    <a:pt x="1614" y="1"/>
                    <a:pt x="981" y="327"/>
                    <a:pt x="643" y="960"/>
                  </a:cubicBezTo>
                  <a:cubicBezTo>
                    <a:pt x="0" y="2177"/>
                    <a:pt x="873" y="3646"/>
                    <a:pt x="2250" y="3646"/>
                  </a:cubicBezTo>
                  <a:cubicBezTo>
                    <a:pt x="2847" y="3646"/>
                    <a:pt x="3398" y="3347"/>
                    <a:pt x="3742" y="2865"/>
                  </a:cubicBezTo>
                  <a:cubicBezTo>
                    <a:pt x="4029" y="2441"/>
                    <a:pt x="4488" y="2188"/>
                    <a:pt x="5004" y="2177"/>
                  </a:cubicBezTo>
                  <a:lnTo>
                    <a:pt x="19064" y="2177"/>
                  </a:lnTo>
                  <a:lnTo>
                    <a:pt x="19064" y="1465"/>
                  </a:lnTo>
                  <a:lnTo>
                    <a:pt x="5004" y="1465"/>
                  </a:lnTo>
                  <a:cubicBezTo>
                    <a:pt x="4499" y="1465"/>
                    <a:pt x="4040" y="1224"/>
                    <a:pt x="3765" y="811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61;p58"/>
            <p:cNvSpPr/>
            <p:nvPr/>
          </p:nvSpPr>
          <p:spPr>
            <a:xfrm>
              <a:off x="3234603" y="2298535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313"/>
                    <a:pt x="5753" y="10407"/>
                    <a:pt x="8459" y="10407"/>
                  </a:cubicBezTo>
                  <a:cubicBezTo>
                    <a:pt x="8558" y="10407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32"/>
                  </a:lnTo>
                  <a:cubicBezTo>
                    <a:pt x="4695" y="6278"/>
                    <a:pt x="4729" y="4120"/>
                    <a:pt x="6060" y="2800"/>
                  </a:cubicBezTo>
                  <a:cubicBezTo>
                    <a:pt x="6736" y="2136"/>
                    <a:pt x="7616" y="1803"/>
                    <a:pt x="8495" y="1803"/>
                  </a:cubicBezTo>
                  <a:cubicBezTo>
                    <a:pt x="9363" y="1803"/>
                    <a:pt x="10231" y="2127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62;p58"/>
            <p:cNvSpPr/>
            <p:nvPr/>
          </p:nvSpPr>
          <p:spPr>
            <a:xfrm>
              <a:off x="3278765" y="2318964"/>
              <a:ext cx="55781" cy="55770"/>
            </a:xfrm>
            <a:custGeom>
              <a:avLst/>
              <a:gdLst/>
              <a:ahLst/>
              <a:cxnLst/>
              <a:rect l="l" t="t" r="r" b="b"/>
              <a:pathLst>
                <a:path w="7610" h="7611" extrusionOk="0">
                  <a:moveTo>
                    <a:pt x="4878" y="1"/>
                  </a:moveTo>
                  <a:lnTo>
                    <a:pt x="4878" y="1"/>
                  </a:ln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6"/>
                    <a:pt x="2435" y="5886"/>
                  </a:cubicBezTo>
                  <a:cubicBezTo>
                    <a:pt x="1552" y="5886"/>
                    <a:pt x="672" y="5550"/>
                    <a:pt x="0" y="4879"/>
                  </a:cubicBezTo>
                  <a:lnTo>
                    <a:pt x="0" y="4879"/>
                  </a:lnTo>
                  <a:lnTo>
                    <a:pt x="2732" y="7610"/>
                  </a:lnTo>
                  <a:cubicBezTo>
                    <a:pt x="5360" y="7461"/>
                    <a:pt x="7460" y="5361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63;p58"/>
            <p:cNvSpPr/>
            <p:nvPr/>
          </p:nvSpPr>
          <p:spPr>
            <a:xfrm>
              <a:off x="3269004" y="2311754"/>
              <a:ext cx="56287" cy="51058"/>
            </a:xfrm>
            <a:custGeom>
              <a:avLst/>
              <a:gdLst/>
              <a:ahLst/>
              <a:cxnLst/>
              <a:rect l="l" t="t" r="r" b="b"/>
              <a:pathLst>
                <a:path w="7679" h="6968" extrusionOk="0">
                  <a:moveTo>
                    <a:pt x="3790" y="0"/>
                  </a:moveTo>
                  <a:cubicBezTo>
                    <a:pt x="2912" y="0"/>
                    <a:pt x="2035" y="333"/>
                    <a:pt x="1366" y="996"/>
                  </a:cubicBezTo>
                  <a:cubicBezTo>
                    <a:pt x="24" y="2327"/>
                    <a:pt x="1" y="4474"/>
                    <a:pt x="1298" y="5840"/>
                  </a:cubicBezTo>
                  <a:lnTo>
                    <a:pt x="1298" y="5828"/>
                  </a:lnTo>
                  <a:lnTo>
                    <a:pt x="1321" y="5862"/>
                  </a:lnTo>
                  <a:cubicBezTo>
                    <a:pt x="2002" y="6597"/>
                    <a:pt x="2928" y="6968"/>
                    <a:pt x="3856" y="6968"/>
                  </a:cubicBezTo>
                  <a:cubicBezTo>
                    <a:pt x="4739" y="6968"/>
                    <a:pt x="5624" y="6632"/>
                    <a:pt x="6302" y="5954"/>
                  </a:cubicBezTo>
                  <a:cubicBezTo>
                    <a:pt x="7679" y="4566"/>
                    <a:pt x="7645" y="2316"/>
                    <a:pt x="6198" y="985"/>
                  </a:cubicBezTo>
                  <a:cubicBezTo>
                    <a:pt x="5530" y="328"/>
                    <a:pt x="4659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64;p58"/>
            <p:cNvSpPr/>
            <p:nvPr/>
          </p:nvSpPr>
          <p:spPr>
            <a:xfrm>
              <a:off x="3216780" y="2404433"/>
              <a:ext cx="90438" cy="76074"/>
            </a:xfrm>
            <a:custGeom>
              <a:avLst/>
              <a:gdLst/>
              <a:ahLst/>
              <a:cxnLst/>
              <a:rect l="l" t="t" r="r" b="b"/>
              <a:pathLst>
                <a:path w="12338" h="10382" extrusionOk="0">
                  <a:moveTo>
                    <a:pt x="6169" y="0"/>
                  </a:moveTo>
                  <a:cubicBezTo>
                    <a:pt x="4129" y="0"/>
                    <a:pt x="2128" y="1197"/>
                    <a:pt x="1308" y="3349"/>
                  </a:cubicBezTo>
                  <a:cubicBezTo>
                    <a:pt x="1" y="6767"/>
                    <a:pt x="2554" y="10381"/>
                    <a:pt x="6151" y="10381"/>
                  </a:cubicBezTo>
                  <a:cubicBezTo>
                    <a:pt x="6250" y="10381"/>
                    <a:pt x="6349" y="10378"/>
                    <a:pt x="6450" y="10373"/>
                  </a:cubicBezTo>
                  <a:lnTo>
                    <a:pt x="3718" y="7630"/>
                  </a:lnTo>
                  <a:cubicBezTo>
                    <a:pt x="3638" y="7550"/>
                    <a:pt x="3557" y="7458"/>
                    <a:pt x="3477" y="7377"/>
                  </a:cubicBezTo>
                  <a:cubicBezTo>
                    <a:pt x="2318" y="5943"/>
                    <a:pt x="2478" y="3854"/>
                    <a:pt x="3844" y="2626"/>
                  </a:cubicBezTo>
                  <a:cubicBezTo>
                    <a:pt x="4504" y="2033"/>
                    <a:pt x="5332" y="1737"/>
                    <a:pt x="6159" y="1737"/>
                  </a:cubicBezTo>
                  <a:cubicBezTo>
                    <a:pt x="7043" y="1737"/>
                    <a:pt x="7925" y="2076"/>
                    <a:pt x="8596" y="2752"/>
                  </a:cubicBezTo>
                  <a:lnTo>
                    <a:pt x="11327" y="5484"/>
                  </a:lnTo>
                  <a:lnTo>
                    <a:pt x="11327" y="5552"/>
                  </a:lnTo>
                  <a:lnTo>
                    <a:pt x="12337" y="5552"/>
                  </a:lnTo>
                  <a:lnTo>
                    <a:pt x="12337" y="4841"/>
                  </a:lnTo>
                  <a:lnTo>
                    <a:pt x="11327" y="4841"/>
                  </a:lnTo>
                  <a:cubicBezTo>
                    <a:pt x="11247" y="3590"/>
                    <a:pt x="10708" y="2408"/>
                    <a:pt x="9824" y="1524"/>
                  </a:cubicBezTo>
                  <a:cubicBezTo>
                    <a:pt x="8787" y="487"/>
                    <a:pt x="7470" y="0"/>
                    <a:pt x="616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65;p58"/>
            <p:cNvSpPr/>
            <p:nvPr/>
          </p:nvSpPr>
          <p:spPr>
            <a:xfrm>
              <a:off x="3316610" y="2429134"/>
              <a:ext cx="153043" cy="26672"/>
            </a:xfrm>
            <a:custGeom>
              <a:avLst/>
              <a:gdLst/>
              <a:ahLst/>
              <a:cxnLst/>
              <a:rect l="l" t="t" r="r" b="b"/>
              <a:pathLst>
                <a:path w="20879" h="3640" extrusionOk="0">
                  <a:moveTo>
                    <a:pt x="18628" y="1"/>
                  </a:moveTo>
                  <a:cubicBezTo>
                    <a:pt x="18043" y="1"/>
                    <a:pt x="17481" y="299"/>
                    <a:pt x="17148" y="781"/>
                  </a:cubicBezTo>
                  <a:cubicBezTo>
                    <a:pt x="16861" y="1206"/>
                    <a:pt x="16390" y="1458"/>
                    <a:pt x="15885" y="1470"/>
                  </a:cubicBezTo>
                  <a:lnTo>
                    <a:pt x="1" y="1470"/>
                  </a:lnTo>
                  <a:lnTo>
                    <a:pt x="1" y="2181"/>
                  </a:lnTo>
                  <a:lnTo>
                    <a:pt x="15885" y="2181"/>
                  </a:lnTo>
                  <a:cubicBezTo>
                    <a:pt x="16379" y="2181"/>
                    <a:pt x="16849" y="2423"/>
                    <a:pt x="17125" y="2836"/>
                  </a:cubicBezTo>
                  <a:cubicBezTo>
                    <a:pt x="17490" y="3375"/>
                    <a:pt x="18064" y="3640"/>
                    <a:pt x="18635" y="3640"/>
                  </a:cubicBezTo>
                  <a:cubicBezTo>
                    <a:pt x="19268" y="3640"/>
                    <a:pt x="19897" y="3314"/>
                    <a:pt x="20235" y="2675"/>
                  </a:cubicBezTo>
                  <a:cubicBezTo>
                    <a:pt x="20878" y="1470"/>
                    <a:pt x="20006" y="1"/>
                    <a:pt x="1862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66;p58"/>
            <p:cNvSpPr/>
            <p:nvPr/>
          </p:nvSpPr>
          <p:spPr>
            <a:xfrm>
              <a:off x="3244021" y="2424598"/>
              <a:ext cx="55869" cy="55762"/>
            </a:xfrm>
            <a:custGeom>
              <a:avLst/>
              <a:gdLst/>
              <a:ahLst/>
              <a:cxnLst/>
              <a:rect l="l" t="t" r="r" b="b"/>
              <a:pathLst>
                <a:path w="7622" h="7610" extrusionOk="0">
                  <a:moveTo>
                    <a:pt x="4879" y="0"/>
                  </a:moveTo>
                  <a:lnTo>
                    <a:pt x="5074" y="194"/>
                  </a:lnTo>
                  <a:lnTo>
                    <a:pt x="5074" y="194"/>
                  </a:lnTo>
                  <a:cubicBezTo>
                    <a:pt x="5012" y="128"/>
                    <a:pt x="4947" y="63"/>
                    <a:pt x="4879" y="0"/>
                  </a:cubicBezTo>
                  <a:close/>
                  <a:moveTo>
                    <a:pt x="1" y="4878"/>
                  </a:moveTo>
                  <a:lnTo>
                    <a:pt x="1" y="4878"/>
                  </a:lnTo>
                  <a:cubicBezTo>
                    <a:pt x="64" y="4946"/>
                    <a:pt x="130" y="5011"/>
                    <a:pt x="197" y="5073"/>
                  </a:cubicBezTo>
                  <a:lnTo>
                    <a:pt x="197" y="5073"/>
                  </a:lnTo>
                  <a:lnTo>
                    <a:pt x="1" y="4878"/>
                  </a:lnTo>
                  <a:close/>
                  <a:moveTo>
                    <a:pt x="5074" y="194"/>
                  </a:moveTo>
                  <a:lnTo>
                    <a:pt x="5074" y="194"/>
                  </a:lnTo>
                  <a:cubicBezTo>
                    <a:pt x="6325" y="1543"/>
                    <a:pt x="6294" y="3657"/>
                    <a:pt x="4982" y="4970"/>
                  </a:cubicBezTo>
                  <a:cubicBezTo>
                    <a:pt x="4305" y="5647"/>
                    <a:pt x="3420" y="5983"/>
                    <a:pt x="2536" y="5983"/>
                  </a:cubicBezTo>
                  <a:cubicBezTo>
                    <a:pt x="1695" y="5983"/>
                    <a:pt x="855" y="5678"/>
                    <a:pt x="197" y="5073"/>
                  </a:cubicBezTo>
                  <a:lnTo>
                    <a:pt x="197" y="5073"/>
                  </a:lnTo>
                  <a:lnTo>
                    <a:pt x="2744" y="7609"/>
                  </a:lnTo>
                  <a:cubicBezTo>
                    <a:pt x="5349" y="7472"/>
                    <a:pt x="7438" y="5406"/>
                    <a:pt x="7622" y="2800"/>
                  </a:cubicBezTo>
                  <a:lnTo>
                    <a:pt x="7622" y="2732"/>
                  </a:lnTo>
                  <a:lnTo>
                    <a:pt x="5074" y="194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67;p58"/>
            <p:cNvSpPr/>
            <p:nvPr/>
          </p:nvSpPr>
          <p:spPr>
            <a:xfrm>
              <a:off x="3233761" y="2417183"/>
              <a:ext cx="55869" cy="50618"/>
            </a:xfrm>
            <a:custGeom>
              <a:avLst/>
              <a:gdLst/>
              <a:ahLst/>
              <a:cxnLst/>
              <a:rect l="l" t="t" r="r" b="b"/>
              <a:pathLst>
                <a:path w="7622" h="6908" extrusionOk="0">
                  <a:moveTo>
                    <a:pt x="3836" y="1"/>
                  </a:moveTo>
                  <a:cubicBezTo>
                    <a:pt x="3011" y="1"/>
                    <a:pt x="2185" y="294"/>
                    <a:pt x="1527" y="886"/>
                  </a:cubicBezTo>
                  <a:cubicBezTo>
                    <a:pt x="161" y="2125"/>
                    <a:pt x="1" y="4214"/>
                    <a:pt x="1160" y="5637"/>
                  </a:cubicBezTo>
                  <a:cubicBezTo>
                    <a:pt x="1240" y="5729"/>
                    <a:pt x="1321" y="5810"/>
                    <a:pt x="1401" y="5901"/>
                  </a:cubicBezTo>
                  <a:cubicBezTo>
                    <a:pt x="2071" y="6571"/>
                    <a:pt x="2952" y="6907"/>
                    <a:pt x="3834" y="6907"/>
                  </a:cubicBezTo>
                  <a:cubicBezTo>
                    <a:pt x="4720" y="6907"/>
                    <a:pt x="5606" y="6568"/>
                    <a:pt x="6279" y="5890"/>
                  </a:cubicBezTo>
                  <a:cubicBezTo>
                    <a:pt x="7622" y="4547"/>
                    <a:pt x="7622" y="2366"/>
                    <a:pt x="6279" y="1012"/>
                  </a:cubicBezTo>
                  <a:cubicBezTo>
                    <a:pt x="5607" y="340"/>
                    <a:pt x="4722" y="1"/>
                    <a:pt x="3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68;p58"/>
            <p:cNvSpPr/>
            <p:nvPr/>
          </p:nvSpPr>
          <p:spPr>
            <a:xfrm>
              <a:off x="3091763" y="2535751"/>
              <a:ext cx="136653" cy="26716"/>
            </a:xfrm>
            <a:custGeom>
              <a:avLst/>
              <a:gdLst/>
              <a:ahLst/>
              <a:cxnLst/>
              <a:rect l="l" t="t" r="r" b="b"/>
              <a:pathLst>
                <a:path w="18643" h="3646" extrusionOk="0">
                  <a:moveTo>
                    <a:pt x="1849" y="1"/>
                  </a:moveTo>
                  <a:cubicBezTo>
                    <a:pt x="927" y="1"/>
                    <a:pt x="22" y="689"/>
                    <a:pt x="15" y="1806"/>
                  </a:cubicBezTo>
                  <a:cubicBezTo>
                    <a:pt x="0" y="2936"/>
                    <a:pt x="914" y="3646"/>
                    <a:pt x="1847" y="3646"/>
                  </a:cubicBezTo>
                  <a:cubicBezTo>
                    <a:pt x="2392" y="3646"/>
                    <a:pt x="2943" y="3403"/>
                    <a:pt x="3320" y="2862"/>
                  </a:cubicBezTo>
                  <a:cubicBezTo>
                    <a:pt x="3607" y="2437"/>
                    <a:pt x="4066" y="2185"/>
                    <a:pt x="4582" y="2185"/>
                  </a:cubicBezTo>
                  <a:lnTo>
                    <a:pt x="18642" y="2185"/>
                  </a:lnTo>
                  <a:lnTo>
                    <a:pt x="18642" y="1462"/>
                  </a:lnTo>
                  <a:lnTo>
                    <a:pt x="4582" y="1462"/>
                  </a:lnTo>
                  <a:cubicBezTo>
                    <a:pt x="4077" y="1462"/>
                    <a:pt x="3618" y="1221"/>
                    <a:pt x="3343" y="807"/>
                  </a:cubicBezTo>
                  <a:cubicBezTo>
                    <a:pt x="2967" y="251"/>
                    <a:pt x="2405" y="1"/>
                    <a:pt x="184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69;p58"/>
            <p:cNvSpPr/>
            <p:nvPr/>
          </p:nvSpPr>
          <p:spPr>
            <a:xfrm>
              <a:off x="3234603" y="2510888"/>
              <a:ext cx="101301" cy="76184"/>
            </a:xfrm>
            <a:custGeom>
              <a:avLst/>
              <a:gdLst/>
              <a:ahLst/>
              <a:cxnLst/>
              <a:rect l="l" t="t" r="r" b="b"/>
              <a:pathLst>
                <a:path w="13820" h="10397" extrusionOk="0">
                  <a:moveTo>
                    <a:pt x="8443" y="0"/>
                  </a:moveTo>
                  <a:cubicBezTo>
                    <a:pt x="5732" y="0"/>
                    <a:pt x="3459" y="2110"/>
                    <a:pt x="3283" y="4855"/>
                  </a:cubicBezTo>
                  <a:lnTo>
                    <a:pt x="0" y="4855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295"/>
                    <a:pt x="5743" y="10396"/>
                    <a:pt x="8441" y="10396"/>
                  </a:cubicBezTo>
                  <a:cubicBezTo>
                    <a:pt x="8546" y="10396"/>
                    <a:pt x="8651" y="10393"/>
                    <a:pt x="8758" y="10387"/>
                  </a:cubicBezTo>
                  <a:lnTo>
                    <a:pt x="6015" y="7655"/>
                  </a:lnTo>
                  <a:lnTo>
                    <a:pt x="5992" y="7632"/>
                  </a:lnTo>
                  <a:cubicBezTo>
                    <a:pt x="4672" y="6278"/>
                    <a:pt x="4683" y="4097"/>
                    <a:pt x="6038" y="2766"/>
                  </a:cubicBezTo>
                  <a:cubicBezTo>
                    <a:pt x="6708" y="2101"/>
                    <a:pt x="7586" y="1769"/>
                    <a:pt x="8465" y="1769"/>
                  </a:cubicBezTo>
                  <a:cubicBezTo>
                    <a:pt x="9348" y="1769"/>
                    <a:pt x="10231" y="2104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83"/>
                    <a:pt x="8781" y="11"/>
                  </a:cubicBezTo>
                  <a:cubicBezTo>
                    <a:pt x="8667" y="4"/>
                    <a:pt x="8555" y="0"/>
                    <a:pt x="844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70;p58"/>
            <p:cNvSpPr/>
            <p:nvPr/>
          </p:nvSpPr>
          <p:spPr>
            <a:xfrm>
              <a:off x="3278765" y="2531237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0"/>
                  </a:moveTo>
                  <a:cubicBezTo>
                    <a:pt x="6221" y="1343"/>
                    <a:pt x="6221" y="3535"/>
                    <a:pt x="4878" y="4878"/>
                  </a:cubicBezTo>
                  <a:cubicBezTo>
                    <a:pt x="4201" y="5549"/>
                    <a:pt x="3317" y="5885"/>
                    <a:pt x="2435" y="5885"/>
                  </a:cubicBezTo>
                  <a:cubicBezTo>
                    <a:pt x="1552" y="5885"/>
                    <a:pt x="672" y="5549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0"/>
                    <a:pt x="7460" y="5360"/>
                    <a:pt x="7609" y="2732"/>
                  </a:cubicBezTo>
                  <a:lnTo>
                    <a:pt x="487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71;p58"/>
            <p:cNvSpPr/>
            <p:nvPr/>
          </p:nvSpPr>
          <p:spPr>
            <a:xfrm>
              <a:off x="3268754" y="2523843"/>
              <a:ext cx="54938" cy="49871"/>
            </a:xfrm>
            <a:custGeom>
              <a:avLst/>
              <a:gdLst/>
              <a:ahLst/>
              <a:cxnLst/>
              <a:rect l="l" t="t" r="r" b="b"/>
              <a:pathLst>
                <a:path w="7495" h="6806" extrusionOk="0">
                  <a:moveTo>
                    <a:pt x="3798" y="1"/>
                  </a:moveTo>
                  <a:cubicBezTo>
                    <a:pt x="2920" y="1"/>
                    <a:pt x="2042" y="333"/>
                    <a:pt x="1366" y="998"/>
                  </a:cubicBezTo>
                  <a:cubicBezTo>
                    <a:pt x="23" y="2341"/>
                    <a:pt x="0" y="4510"/>
                    <a:pt x="1332" y="5864"/>
                  </a:cubicBezTo>
                  <a:lnTo>
                    <a:pt x="1355" y="5887"/>
                  </a:lnTo>
                  <a:cubicBezTo>
                    <a:pt x="2019" y="6501"/>
                    <a:pt x="2860" y="6806"/>
                    <a:pt x="3700" y="6806"/>
                  </a:cubicBezTo>
                  <a:cubicBezTo>
                    <a:pt x="4585" y="6806"/>
                    <a:pt x="5469" y="6467"/>
                    <a:pt x="6141" y="5795"/>
                  </a:cubicBezTo>
                  <a:cubicBezTo>
                    <a:pt x="7449" y="4487"/>
                    <a:pt x="7495" y="2375"/>
                    <a:pt x="6232" y="1009"/>
                  </a:cubicBezTo>
                  <a:cubicBezTo>
                    <a:pt x="5560" y="336"/>
                    <a:pt x="4679" y="1"/>
                    <a:pt x="37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387771"/>
      </a:accent1>
      <a:accent2>
        <a:srgbClr val="212121"/>
      </a:accent2>
      <a:accent3>
        <a:srgbClr val="9ECFCB"/>
      </a:accent3>
      <a:accent4>
        <a:srgbClr val="289C91"/>
      </a:accent4>
      <a:accent5>
        <a:srgbClr val="619792"/>
      </a:accent5>
      <a:accent6>
        <a:srgbClr val="384C4B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511</Words>
  <Application>Microsoft Office PowerPoint</Application>
  <PresentationFormat>On-screen Show (16:9)</PresentationFormat>
  <Paragraphs>105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Catamaran Light</vt:lpstr>
      <vt:lpstr>Edwardian Script ITC</vt:lpstr>
      <vt:lpstr>Fira Sans Extra Condensed Medium</vt:lpstr>
      <vt:lpstr>Livvic</vt:lpstr>
      <vt:lpstr>Roboto</vt:lpstr>
      <vt:lpstr>Wingdings</vt:lpstr>
      <vt:lpstr>Engineering Project Proposal by Slidesgo</vt:lpstr>
      <vt:lpstr>LuxeStay presented By:      </vt:lpstr>
      <vt:lpstr>CONTENTS OF THIS TEMPLATE</vt:lpstr>
      <vt:lpstr>Importance of Online Reservations in the Hospitality Industry</vt:lpstr>
      <vt:lpstr>WHAT WE ARE WORKING ON</vt:lpstr>
      <vt:lpstr>WHAT WE ARE WORKING ON</vt:lpstr>
      <vt:lpstr>Compatibility</vt:lpstr>
      <vt:lpstr>Features for Users</vt:lpstr>
      <vt:lpstr>PowerPoint Presentation</vt:lpstr>
      <vt:lpstr>Technologies Used</vt:lpstr>
      <vt:lpstr>LuxeStay</vt:lpstr>
      <vt:lpstr>.</vt:lpstr>
      <vt:lpstr>LuxeStay</vt:lpstr>
      <vt:lpstr>.</vt:lpstr>
      <vt:lpstr>Database Structure</vt:lpstr>
      <vt:lpstr>Advantages of LuxeStay </vt:lpstr>
      <vt:lpstr>Advantages of LuxeStay </vt:lpstr>
      <vt:lpstr>Future   </vt:lpstr>
      <vt:lpstr>Future Enhancments</vt:lpstr>
      <vt:lpstr>Future Enhancments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LuxeStay presented By:      </dc:title>
  <cp:lastModifiedBy>Mohammed Rifaii</cp:lastModifiedBy>
  <cp:revision>54</cp:revision>
  <dcterms:modified xsi:type="dcterms:W3CDTF">2025-02-20T12:49:24Z</dcterms:modified>
</cp:coreProperties>
</file>